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2.xml.rels" ContentType="application/vnd.openxmlformats-package.relationships+xml"/>
  <Override PartName="/ppt/slideMasters/_rels/slideMaster6.xml.rels" ContentType="application/vnd.openxmlformats-package.relationships+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13.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13.xml" ContentType="application/vnd.openxmlformats-officedocument.presentationml.slideMaster+xml"/>
  <Override PartName="/ppt/slideMasters/slideMaster1.xml" ContentType="application/vnd.openxmlformats-officedocument.presentationml.slideMaster+xml"/>
  <Override PartName="/ppt/presProps.xml" ContentType="application/vnd.openxmlformats-officedocument.presentationml.presProps+xml"/>
  <Override PartName="/ppt/theme/theme14.xml" ContentType="application/vnd.openxmlformats-officedocument.theme+xml"/>
  <Override PartName="/ppt/theme/theme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10.xml" ContentType="application/vnd.openxmlformats-officedocument.theme+xml"/>
  <Override PartName="/ppt/theme/theme9.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29.jpeg" ContentType="image/jpeg"/>
  <Override PartName="/ppt/media/image28.png" ContentType="image/png"/>
  <Override PartName="/ppt/media/image26.png" ContentType="image/png"/>
  <Override PartName="/ppt/media/image25.jpeg" ContentType="image/jpeg"/>
  <Override PartName="/ppt/media/image27.jpeg" ContentType="image/jpeg"/>
  <Override PartName="/ppt/media/image5.jpeg" ContentType="image/jpeg"/>
  <Override PartName="/ppt/media/image24.png" ContentType="image/png"/>
  <Override PartName="/ppt/media/image23.jpeg" ContentType="image/jpeg"/>
  <Override PartName="/ppt/media/image1.jpeg" ContentType="image/jpeg"/>
  <Override PartName="/ppt/media/image21.png" ContentType="image/png"/>
  <Override PartName="/ppt/media/image19.png" ContentType="image/png"/>
  <Override PartName="/ppt/media/image15.png" ContentType="image/png"/>
  <Override PartName="/ppt/media/image14.png" ContentType="image/png"/>
  <Override PartName="/ppt/media/image12.png" ContentType="image/png"/>
  <Override PartName="/ppt/media/image35.jpeg" ContentType="image/jpeg"/>
  <Override PartName="/ppt/media/image3.png" ContentType="image/png"/>
  <Override PartName="/ppt/media/image32.png" ContentType="image/png"/>
  <Override PartName="/ppt/media/image37.jpeg" ContentType="image/jpeg"/>
  <Override PartName="/ppt/media/image34.jpeg" ContentType="image/jpeg"/>
  <Override PartName="/ppt/media/image38.png" ContentType="image/png"/>
  <Override PartName="/ppt/media/image40.png" ContentType="image/png"/>
  <Override PartName="/ppt/media/image33.jpeg" ContentType="image/jpeg"/>
  <Override PartName="/ppt/media/image41.png" ContentType="image/png"/>
  <Override PartName="/ppt/media/image42.png" ContentType="image/png"/>
  <Override PartName="/ppt/media/image31.png" ContentType="image/png"/>
  <Override PartName="/ppt/media/image43.png" ContentType="image/png"/>
  <Override PartName="/ppt/media/image8.png" ContentType="image/png"/>
  <Override PartName="/ppt/media/image17.png" ContentType="image/png"/>
  <Override PartName="/ppt/media/image11.png" ContentType="image/png"/>
  <Override PartName="/ppt/media/image22.jpeg" ContentType="image/jpeg"/>
  <Override PartName="/ppt/media/image2.png" ContentType="image/png"/>
  <Override PartName="/ppt/media/image30.jpeg" ContentType="image/jpeg"/>
  <Override PartName="/ppt/media/image10.wmf" ContentType="image/x-wmf"/>
  <Override PartName="/ppt/media/image39.png" ContentType="image/png"/>
  <Override PartName="/ppt/media/image7.png" ContentType="image/png"/>
  <Override PartName="/ppt/media/image16.png" ContentType="image/png"/>
  <Override PartName="/ppt/media/image13.png" ContentType="image/png"/>
  <Override PartName="/ppt/media/image4.png" ContentType="image/png"/>
  <Override PartName="/ppt/media/image36.png" ContentType="image/png"/>
  <Override PartName="/ppt/media/image9.png" ContentType="image/png"/>
  <Override PartName="/ppt/media/image20.png" ContentType="image/png"/>
  <Override PartName="/ppt/media/image6.jpeg" ContentType="image/jpeg"/>
  <Override PartName="/ppt/media/image18.png" ContentType="image/png"/>
  <Override PartName="/ppt/embeddings/oleObject1.bin" ContentType="application/vnd.openxmlformats-officedocument.oleObject"/>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4.xml.rels" ContentType="application/vnd.openxmlformats-package.relationships+xml"/>
  <Override PartName="/ppt/slides/_rels/slide26.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28.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29.xml.rels" ContentType="application/vnd.openxmlformats-package.relationships+xml"/>
  <Override PartName="/ppt/slides/_rels/slide4.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25.xml.rels" ContentType="application/vnd.openxmlformats-package.relationships+xml"/>
  <Override PartName="/ppt/slides/_rels/slide12.xml.rels" ContentType="application/vnd.openxmlformats-package.relationships+xml"/>
  <Override PartName="/ppt/slides/_rels/slide24.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slide20.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1.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24.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25.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charts/chart1.xml" ContentType="application/vnd.openxmlformats-officedocument.drawingml.chart+xml"/>
  <Override PartName="/ppt/notesSlides/notesSlide14.xml" ContentType="application/vnd.openxmlformats-officedocument.presentationml.notesSlide+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18.xml.rels" ContentType="application/vnd.openxmlformats-package.relationships+xml"/>
  <Override PartName="/ppt/notesSlides/_rels/notesSlide20.xml.rels" ContentType="application/vnd.openxmlformats-package.relationships+xml"/>
  <Override PartName="/ppt/notesSlides/_rels/notesSlide5.xml.rels" ContentType="application/vnd.openxmlformats-package.relationships+xml"/>
  <Override PartName="/ppt/notesSlides/_rels/notesSlide19.xml.rels" ContentType="application/vnd.openxmlformats-package.relationships+xml"/>
  <Override PartName="/ppt/notesSlides/_rels/notesSlide21.xml.rels" ContentType="application/vnd.openxmlformats-package.relationships+xml"/>
  <Override PartName="/ppt/notesSlides/_rels/notesSlide6.xml.rels" ContentType="application/vnd.openxmlformats-package.relationships+xml"/>
  <Override PartName="/ppt/notesSlides/_rels/notesSlide22.xml.rels" ContentType="application/vnd.openxmlformats-package.relationships+xml"/>
  <Override PartName="/ppt/notesSlides/_rels/notesSlide7.xml.rels" ContentType="application/vnd.openxmlformats-package.relationships+xml"/>
  <Override PartName="/ppt/notesSlides/_rels/notesSlide23.xml.rels" ContentType="application/vnd.openxmlformats-package.relationships+xml"/>
  <Override PartName="/ppt/notesSlides/_rels/notesSlide8.xml.rels" ContentType="application/vnd.openxmlformats-package.relationships+xml"/>
  <Override PartName="/ppt/notesSlides/_rels/notesSlide14.xml.rels" ContentType="application/vnd.openxmlformats-package.relationships+xml"/>
  <Override PartName="/ppt/notesSlides/_rels/notesSlide26.xml.rels" ContentType="application/vnd.openxmlformats-package.relationships+xml"/>
  <Override PartName="/ppt/notesSlides/_rels/notesSlide13.xml.rels" ContentType="application/vnd.openxmlformats-package.relationships+xml"/>
  <Override PartName="/ppt/notesSlides/_rels/notesSlide25.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10.xml.rels" ContentType="application/vnd.openxmlformats-package.relationships+xml"/>
  <Override PartName="/ppt/notesSlides/_rels/notesSlide28.xml.rels" ContentType="application/vnd.openxmlformats-package.relationships+xml"/>
  <Override PartName="/ppt/notesSlides/_rels/notesSlide24.xml.rels" ContentType="application/vnd.openxmlformats-package.relationships+xml"/>
  <Override PartName="/ppt/notesSlides/_rels/notesSlide9.xml.rels" ContentType="application/vnd.openxmlformats-package.relationships+xml"/>
  <Override PartName="/ppt/notesSlides/_rels/notesSlide27.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28.xml" ContentType="application/vnd.openxmlformats-officedocument.presentationml.notesSlide+xml"/>
  <Override PartName="/ppt/notesSlides/notesSlide27.xml" ContentType="application/vnd.openxmlformats-officedocument.presentationml.notesSlide+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Lst>
  <p:notesMasterIdLst>
    <p:notesMasterId r:id="rId15"/>
  </p:notesMasterIdLst>
  <p:sldIdLst>
    <p:sldId id="256" r:id="rId16"/>
    <p:sldId id="257" r:id="rId17"/>
    <p:sldId id="258" r:id="rId18"/>
    <p:sldId id="259" r:id="rId19"/>
    <p:sldId id="260" r:id="rId20"/>
    <p:sldId id="261" r:id="rId21"/>
    <p:sldId id="262" r:id="rId22"/>
    <p:sldId id="263" r:id="rId23"/>
    <p:sldId id="264" r:id="rId24"/>
    <p:sldId id="265" r:id="rId25"/>
    <p:sldId id="266" r:id="rId26"/>
    <p:sldId id="267" r:id="rId27"/>
    <p:sldId id="268" r:id="rId28"/>
    <p:sldId id="269" r:id="rId29"/>
    <p:sldId id="270" r:id="rId30"/>
    <p:sldId id="271" r:id="rId31"/>
    <p:sldId id="272" r:id="rId32"/>
    <p:sldId id="273" r:id="rId33"/>
    <p:sldId id="274" r:id="rId34"/>
    <p:sldId id="275" r:id="rId35"/>
    <p:sldId id="276" r:id="rId36"/>
    <p:sldId id="277" r:id="rId37"/>
    <p:sldId id="278" r:id="rId38"/>
    <p:sldId id="279" r:id="rId39"/>
    <p:sldId id="280" r:id="rId40"/>
    <p:sldId id="281" r:id="rId41"/>
    <p:sldId id="282" r:id="rId42"/>
    <p:sldId id="283" r:id="rId43"/>
    <p:sldId id="284" r:id="rId44"/>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notesMaster" Target="notesMasters/notesMaster1.xml"/><Relationship Id="rId16" Type="http://schemas.openxmlformats.org/officeDocument/2006/relationships/slide" Target="slides/slide1.xml"/><Relationship Id="rId17" Type="http://schemas.openxmlformats.org/officeDocument/2006/relationships/slide" Target="slides/slide2.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presProps" Target="presProps.xml"/>
</Relationships>
</file>

<file path=ppt/charts/chart1.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col"/>
        <c:grouping val="clustered"/>
        <c:varyColors val="0"/>
        <c:ser>
          <c:idx val="0"/>
          <c:order val="0"/>
          <c:tx>
            <c:strRef>
              <c:f>label 0</c:f>
              <c:strCache>
                <c:ptCount val="1"/>
                <c:pt idx="0">
                  <c:v>Ortografía</c:v>
                </c:pt>
              </c:strCache>
            </c:strRef>
          </c:tx>
          <c:spPr>
            <a:solidFill>
              <a:srgbClr val="004586"/>
            </a:solidFill>
            <a:ln w="0">
              <a:noFill/>
            </a:ln>
          </c:spPr>
          <c:invertIfNegative val="0"/>
          <c:dLbls>
            <c:txPr>
              <a:bodyPr wrap="none"/>
              <a:lstStyle/>
              <a:p>
                <a:pPr>
                  <a:defRPr b="0" sz="1000" spc="-1" strike="noStrike">
                    <a:solidFill>
                      <a:srgbClr val="000000"/>
                    </a:solidFill>
                    <a:latin typeface="Arial"/>
                    <a:ea typeface="DejaVu Sans"/>
                  </a:defRPr>
                </a:pPr>
              </a:p>
            </c:txPr>
            <c:dLblPos val="outEnd"/>
            <c:showLegendKey val="0"/>
            <c:showVal val="0"/>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3"/>
                <c:pt idx="0">
                  <c:v>Iteración 1</c:v>
                </c:pt>
                <c:pt idx="1">
                  <c:v>Iteración  2</c:v>
                </c:pt>
                <c:pt idx="2">
                  <c:v>Iteración  3</c:v>
                </c:pt>
              </c:strCache>
            </c:strRef>
          </c:cat>
          <c:val>
            <c:numRef>
              <c:f>0</c:f>
              <c:numCache>
                <c:formatCode>General</c:formatCode>
                <c:ptCount val="3"/>
                <c:pt idx="0">
                  <c:v>2</c:v>
                </c:pt>
                <c:pt idx="1">
                  <c:v>3</c:v>
                </c:pt>
                <c:pt idx="2">
                  <c:v>0</c:v>
                </c:pt>
              </c:numCache>
            </c:numRef>
          </c:val>
        </c:ser>
        <c:ser>
          <c:idx val="1"/>
          <c:order val="1"/>
          <c:tx>
            <c:strRef>
              <c:f>label 1</c:f>
              <c:strCache>
                <c:ptCount val="1"/>
                <c:pt idx="0">
                  <c:v>Usabilidad </c:v>
                </c:pt>
              </c:strCache>
            </c:strRef>
          </c:tx>
          <c:spPr>
            <a:solidFill>
              <a:srgbClr val="ff420e"/>
            </a:solidFill>
            <a:ln w="0">
              <a:noFill/>
            </a:ln>
          </c:spPr>
          <c:invertIfNegative val="0"/>
          <c:dLbls>
            <c:txPr>
              <a:bodyPr wrap="none"/>
              <a:lstStyle/>
              <a:p>
                <a:pPr>
                  <a:defRPr b="0" sz="1000" spc="-1" strike="noStrike">
                    <a:solidFill>
                      <a:srgbClr val="000000"/>
                    </a:solidFill>
                    <a:latin typeface="Arial"/>
                    <a:ea typeface="DejaVu Sans"/>
                  </a:defRPr>
                </a:pPr>
              </a:p>
            </c:txPr>
            <c:dLblPos val="outEnd"/>
            <c:showLegendKey val="0"/>
            <c:showVal val="0"/>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3"/>
                <c:pt idx="0">
                  <c:v>Iteración 1</c:v>
                </c:pt>
                <c:pt idx="1">
                  <c:v>Iteración  2</c:v>
                </c:pt>
                <c:pt idx="2">
                  <c:v>Iteración  3</c:v>
                </c:pt>
              </c:strCache>
            </c:strRef>
          </c:cat>
          <c:val>
            <c:numRef>
              <c:f>1</c:f>
              <c:numCache>
                <c:formatCode>General</c:formatCode>
                <c:ptCount val="3"/>
                <c:pt idx="0">
                  <c:v>5</c:v>
                </c:pt>
                <c:pt idx="1">
                  <c:v>5</c:v>
                </c:pt>
                <c:pt idx="2">
                  <c:v>1</c:v>
                </c:pt>
              </c:numCache>
            </c:numRef>
          </c:val>
        </c:ser>
        <c:ser>
          <c:idx val="2"/>
          <c:order val="2"/>
          <c:tx>
            <c:strRef>
              <c:f>label 2</c:f>
              <c:strCache>
                <c:ptCount val="1"/>
                <c:pt idx="0">
                  <c:v>Validación</c:v>
                </c:pt>
              </c:strCache>
            </c:strRef>
          </c:tx>
          <c:spPr>
            <a:solidFill>
              <a:srgbClr val="ffd320"/>
            </a:solidFill>
            <a:ln w="0">
              <a:noFill/>
            </a:ln>
          </c:spPr>
          <c:invertIfNegative val="0"/>
          <c:dLbls>
            <c:txPr>
              <a:bodyPr wrap="none"/>
              <a:lstStyle/>
              <a:p>
                <a:pPr>
                  <a:defRPr b="0" sz="1000" spc="-1" strike="noStrike">
                    <a:solidFill>
                      <a:srgbClr val="000000"/>
                    </a:solidFill>
                    <a:latin typeface="Arial"/>
                    <a:ea typeface="DejaVu Sans"/>
                  </a:defRPr>
                </a:pPr>
              </a:p>
            </c:txPr>
            <c:dLblPos val="outEnd"/>
            <c:showLegendKey val="0"/>
            <c:showVal val="0"/>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3"/>
                <c:pt idx="0">
                  <c:v>Iteración 1</c:v>
                </c:pt>
                <c:pt idx="1">
                  <c:v>Iteración  2</c:v>
                </c:pt>
                <c:pt idx="2">
                  <c:v>Iteración  3</c:v>
                </c:pt>
              </c:strCache>
            </c:strRef>
          </c:cat>
          <c:val>
            <c:numRef>
              <c:f>2</c:f>
              <c:numCache>
                <c:formatCode>General</c:formatCode>
                <c:ptCount val="3"/>
                <c:pt idx="0">
                  <c:v>6</c:v>
                </c:pt>
                <c:pt idx="1">
                  <c:v>6</c:v>
                </c:pt>
                <c:pt idx="2">
                  <c:v>3</c:v>
                </c:pt>
              </c:numCache>
            </c:numRef>
          </c:val>
        </c:ser>
        <c:gapWidth val="100"/>
        <c:overlap val="0"/>
        <c:axId val="94929111"/>
        <c:axId val="94051885"/>
      </c:barChart>
      <c:catAx>
        <c:axId val="94929111"/>
        <c:scaling>
          <c:orientation val="minMax"/>
        </c:scaling>
        <c:delete val="0"/>
        <c:axPos val="b"/>
        <c:numFmt formatCode="[$-C0A]dd/mm/yyyy" sourceLinked="0"/>
        <c:majorTickMark val="out"/>
        <c:minorTickMark val="none"/>
        <c:tickLblPos val="nextTo"/>
        <c:spPr>
          <a:ln w="0">
            <a:solidFill>
              <a:srgbClr val="b3b3b3"/>
            </a:solidFill>
          </a:ln>
        </c:spPr>
        <c:txPr>
          <a:bodyPr/>
          <a:lstStyle/>
          <a:p>
            <a:pPr>
              <a:defRPr b="0" sz="1400" spc="-1" strike="noStrike">
                <a:solidFill>
                  <a:srgbClr val="000000"/>
                </a:solidFill>
                <a:latin typeface="Arial"/>
                <a:ea typeface="DejaVu Sans"/>
              </a:defRPr>
            </a:pPr>
          </a:p>
        </c:txPr>
        <c:crossAx val="94051885"/>
        <c:crosses val="autoZero"/>
        <c:auto val="1"/>
        <c:lblAlgn val="ctr"/>
        <c:lblOffset val="100"/>
        <c:noMultiLvlLbl val="0"/>
      </c:catAx>
      <c:valAx>
        <c:axId val="94051885"/>
        <c:scaling>
          <c:orientation val="minMax"/>
        </c:scaling>
        <c:delete val="0"/>
        <c:axPos val="l"/>
        <c:majorGridlines>
          <c:spPr>
            <a:ln w="0">
              <a:solidFill>
                <a:srgbClr val="b3b3b3"/>
              </a:solidFill>
            </a:ln>
          </c:spPr>
        </c:majorGridlines>
        <c:numFmt formatCode="General" sourceLinked="0"/>
        <c:majorTickMark val="out"/>
        <c:minorTickMark val="none"/>
        <c:tickLblPos val="nextTo"/>
        <c:spPr>
          <a:ln w="0">
            <a:solidFill>
              <a:srgbClr val="b3b3b3"/>
            </a:solidFill>
          </a:ln>
        </c:spPr>
        <c:txPr>
          <a:bodyPr/>
          <a:lstStyle/>
          <a:p>
            <a:pPr>
              <a:defRPr b="0" sz="1000" spc="-1" strike="noStrike">
                <a:solidFill>
                  <a:srgbClr val="000000"/>
                </a:solidFill>
                <a:latin typeface="Arial"/>
                <a:ea typeface="DejaVu Sans"/>
              </a:defRPr>
            </a:pPr>
          </a:p>
        </c:txPr>
        <c:crossAx val="94929111"/>
        <c:crosses val="autoZero"/>
        <c:crossBetween val="between"/>
      </c:valAx>
      <c:spPr>
        <a:noFill/>
        <a:ln w="0">
          <a:solidFill>
            <a:srgbClr val="b3b3b3"/>
          </a:solidFill>
        </a:ln>
      </c:spPr>
    </c:plotArea>
    <c:legend>
      <c:legendPos val="r"/>
      <c:overlay val="0"/>
      <c:spPr>
        <a:noFill/>
        <a:ln w="0">
          <a:noFill/>
        </a:ln>
      </c:spPr>
      <c:txPr>
        <a:bodyPr/>
        <a:lstStyle/>
        <a:p>
          <a:pPr>
            <a:defRPr b="0" sz="1400" spc="-1" strike="noStrike">
              <a:solidFill>
                <a:srgbClr val="000000"/>
              </a:solidFill>
              <a:latin typeface="Arial"/>
              <a:ea typeface="DejaVu Sans"/>
            </a:defRPr>
          </a:pPr>
        </a:p>
      </c:txPr>
    </c:legend>
    <c:plotVisOnly val="1"/>
    <c:dispBlanksAs val="gap"/>
  </c:chart>
  <c:spPr>
    <a:noFill/>
    <a:ln w="0">
      <a:noFill/>
    </a:ln>
  </c:spPr>
</c:chartSpace>
</file>

<file path=ppt/notesMasters/_rels/notesMaster1.xml.rels><?xml version="1.0" encoding="UTF-8"?>
<Relationships xmlns="http://schemas.openxmlformats.org/package/2006/relationships"><Relationship Id="rId1" Type="http://schemas.openxmlformats.org/officeDocument/2006/relationships/theme" Target="../theme/theme1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es-ES" sz="4400" spc="-1" strike="noStrike">
                <a:solidFill>
                  <a:srgbClr val="000000"/>
                </a:solidFill>
                <a:latin typeface="Arial"/>
              </a:rPr>
              <a:t>Pulse para desplazar la diapositiva</a:t>
            </a:r>
            <a:endParaRPr b="0" lang="es-ES" sz="4400" spc="-1" strike="noStrike">
              <a:solidFill>
                <a:srgbClr val="000000"/>
              </a:solidFill>
              <a:latin typeface="Arial"/>
            </a:endParaRPr>
          </a:p>
        </p:txBody>
      </p:sp>
      <p:sp>
        <p:nvSpPr>
          <p:cNvPr id="8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s-ES" sz="2000" spc="-1" strike="noStrike">
                <a:solidFill>
                  <a:srgbClr val="000000"/>
                </a:solidFill>
                <a:latin typeface="Arial"/>
              </a:rPr>
              <a:t>Pulse para editar el formato de las notas</a:t>
            </a:r>
            <a:endParaRPr b="0" lang="es-ES" sz="2000" spc="-1" strike="noStrike">
              <a:solidFill>
                <a:srgbClr val="000000"/>
              </a:solidFill>
              <a:latin typeface="Arial"/>
            </a:endParaRPr>
          </a:p>
        </p:txBody>
      </p:sp>
      <p:sp>
        <p:nvSpPr>
          <p:cNvPr id="82"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s-ES" sz="1400" spc="-1" strike="noStrike">
                <a:solidFill>
                  <a:srgbClr val="000000"/>
                </a:solidFill>
                <a:latin typeface="Times New Roman"/>
              </a:rPr>
              <a:t>&lt;cabecera&gt;</a:t>
            </a:r>
            <a:endParaRPr b="0" lang="es-ES" sz="1400" spc="-1" strike="noStrike">
              <a:solidFill>
                <a:srgbClr val="000000"/>
              </a:solidFill>
              <a:latin typeface="Times New Roman"/>
            </a:endParaRPr>
          </a:p>
        </p:txBody>
      </p:sp>
      <p:sp>
        <p:nvSpPr>
          <p:cNvPr id="83" name="PlaceHolder 4"/>
          <p:cNvSpPr>
            <a:spLocks noGrp="1"/>
          </p:cNvSpPr>
          <p:nvPr>
            <p:ph type="dt" idx="40"/>
          </p:nvPr>
        </p:nvSpPr>
        <p:spPr>
          <a:xfrm>
            <a:off x="4278960" y="0"/>
            <a:ext cx="3280680" cy="534240"/>
          </a:xfrm>
          <a:prstGeom prst="rect">
            <a:avLst/>
          </a:prstGeom>
          <a:noFill/>
          <a:ln w="0">
            <a:noFill/>
          </a:ln>
        </p:spPr>
        <p:txBody>
          <a:bodyPr lIns="0" rIns="0" tIns="0" bIns="0" anchor="t">
            <a:noAutofit/>
          </a:bodyPr>
          <a:lstStyle>
            <a:lvl1pPr indent="0" algn="r">
              <a:buNone/>
              <a:defRPr b="0" lang="es-ES" sz="1400" spc="-1" strike="noStrike">
                <a:solidFill>
                  <a:srgbClr val="000000"/>
                </a:solidFill>
                <a:latin typeface="Times New Roman"/>
              </a:defRPr>
            </a:lvl1pPr>
          </a:lstStyle>
          <a:p>
            <a:pPr indent="0" algn="r">
              <a:buNone/>
            </a:pPr>
            <a:r>
              <a:rPr b="0" lang="es-ES" sz="1400" spc="-1" strike="noStrike">
                <a:solidFill>
                  <a:srgbClr val="000000"/>
                </a:solidFill>
                <a:latin typeface="Times New Roman"/>
              </a:rPr>
              <a:t>&lt;fecha/hora&gt;</a:t>
            </a:r>
            <a:endParaRPr b="0" lang="es-ES" sz="1400" spc="-1" strike="noStrike">
              <a:solidFill>
                <a:srgbClr val="000000"/>
              </a:solidFill>
              <a:latin typeface="Times New Roman"/>
            </a:endParaRPr>
          </a:p>
        </p:txBody>
      </p:sp>
      <p:sp>
        <p:nvSpPr>
          <p:cNvPr id="84" name="PlaceHolder 5"/>
          <p:cNvSpPr>
            <a:spLocks noGrp="1"/>
          </p:cNvSpPr>
          <p:nvPr>
            <p:ph type="ftr" idx="41"/>
          </p:nvPr>
        </p:nvSpPr>
        <p:spPr>
          <a:xfrm>
            <a:off x="0" y="10157400"/>
            <a:ext cx="3280680" cy="534240"/>
          </a:xfrm>
          <a:prstGeom prst="rect">
            <a:avLst/>
          </a:prstGeom>
          <a:noFill/>
          <a:ln w="0">
            <a:noFill/>
          </a:ln>
        </p:spPr>
        <p:txBody>
          <a:bodyPr lIns="0" rIns="0" tIns="0" bIns="0" anchor="b">
            <a:noAutofit/>
          </a:bodyPr>
          <a:lstStyle>
            <a:lvl1pPr indent="0">
              <a:buNone/>
              <a:defRPr b="0" lang="es-ES" sz="1400" spc="-1" strike="noStrike">
                <a:solidFill>
                  <a:srgbClr val="000000"/>
                </a:solidFill>
                <a:latin typeface="Times New Roman"/>
              </a:defRPr>
            </a:lvl1pPr>
          </a:lstStyle>
          <a:p>
            <a:pPr indent="0">
              <a:buNone/>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85" name="PlaceHolder 6"/>
          <p:cNvSpPr>
            <a:spLocks noGrp="1"/>
          </p:cNvSpPr>
          <p:nvPr>
            <p:ph type="sldNum" idx="42"/>
          </p:nvPr>
        </p:nvSpPr>
        <p:spPr>
          <a:xfrm>
            <a:off x="4278960" y="10157400"/>
            <a:ext cx="3280680" cy="534240"/>
          </a:xfrm>
          <a:prstGeom prst="rect">
            <a:avLst/>
          </a:prstGeom>
          <a:noFill/>
          <a:ln w="0">
            <a:noFill/>
          </a:ln>
        </p:spPr>
        <p:txBody>
          <a:bodyPr lIns="0" rIns="0" tIns="0" bIns="0" anchor="b">
            <a:noAutofit/>
          </a:bodyPr>
          <a:lstStyle>
            <a:lvl1pPr indent="0" algn="r">
              <a:buNone/>
              <a:defRPr b="0" lang="es-ES" sz="1400" spc="-1" strike="noStrike">
                <a:solidFill>
                  <a:srgbClr val="000000"/>
                </a:solidFill>
                <a:latin typeface="Times New Roman"/>
              </a:defRPr>
            </a:lvl1pPr>
          </a:lstStyle>
          <a:p>
            <a:pPr indent="0" algn="r">
              <a:buNone/>
            </a:pPr>
            <a:fld id="{2BE40227-5B94-402B-8828-63A1743736A9}" type="slidenum">
              <a:rPr b="0" lang="es-ES" sz="1400" spc="-1" strike="noStrike">
                <a:solidFill>
                  <a:srgbClr val="000000"/>
                </a:solidFill>
                <a:latin typeface="Times New Roman"/>
              </a:rPr>
              <a:t>&lt;número&gt;</a:t>
            </a:fld>
            <a:endParaRPr b="0" lang="es-E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 name="PlaceHolder 1"/>
          <p:cNvSpPr>
            <a:spLocks noGrp="1"/>
          </p:cNvSpPr>
          <p:nvPr>
            <p:ph type="sldImg"/>
          </p:nvPr>
        </p:nvSpPr>
        <p:spPr>
          <a:xfrm>
            <a:off x="685800" y="1143000"/>
            <a:ext cx="5478120" cy="3078000"/>
          </a:xfrm>
          <a:prstGeom prst="rect">
            <a:avLst/>
          </a:prstGeom>
          <a:ln w="0">
            <a:noFill/>
          </a:ln>
        </p:spPr>
      </p:sp>
      <p:sp>
        <p:nvSpPr>
          <p:cNvPr id="323" name="PlaceHolder 2"/>
          <p:cNvSpPr>
            <a:spLocks noGrp="1"/>
          </p:cNvSpPr>
          <p:nvPr>
            <p:ph type="body"/>
          </p:nvPr>
        </p:nvSpPr>
        <p:spPr>
          <a:xfrm>
            <a:off x="685800" y="4400640"/>
            <a:ext cx="5478120" cy="3592080"/>
          </a:xfrm>
          <a:prstGeom prst="rect">
            <a:avLst/>
          </a:prstGeom>
          <a:noFill/>
          <a:ln w="0">
            <a:noFill/>
          </a:ln>
        </p:spPr>
        <p:txBody>
          <a:bodyPr lIns="91440" rIns="91440" tIns="45720" bIns="45720" anchor="t">
            <a:noAutofit/>
          </a:bodyPr>
          <a:p>
            <a:pPr marL="216000" indent="0" defTabSz="914400">
              <a:lnSpc>
                <a:spcPct val="100000"/>
              </a:lnSpc>
              <a:buNone/>
              <a:tabLst>
                <a:tab algn="l" pos="0"/>
              </a:tabLst>
            </a:pPr>
            <a:r>
              <a:rPr b="0" lang="es-ES" sz="1200" spc="-1" strike="noStrike">
                <a:solidFill>
                  <a:schemeClr val="dk1"/>
                </a:solidFill>
                <a:latin typeface="+mn-lt"/>
                <a:ea typeface="+mn-ea"/>
              </a:rPr>
              <a:t>La Sucursal Extrahotelera Palmares Las Tunas se crea con el objetivo de consolidar las ventas y ampliar los servicios gastronómicos y de recreación. </a:t>
            </a:r>
            <a:endParaRPr b="0" lang="es-ES" sz="1200" spc="-1" strike="noStrike">
              <a:solidFill>
                <a:srgbClr val="000000"/>
              </a:solidFill>
              <a:latin typeface="Arial"/>
            </a:endParaRPr>
          </a:p>
          <a:p>
            <a:pPr marL="216000" indent="0" defTabSz="914400">
              <a:lnSpc>
                <a:spcPct val="100000"/>
              </a:lnSpc>
              <a:buNone/>
              <a:tabLst>
                <a:tab algn="l" pos="0"/>
              </a:tabLst>
            </a:pPr>
            <a:r>
              <a:rPr b="0" lang="es-ES" sz="1200" spc="-1" strike="noStrike">
                <a:solidFill>
                  <a:schemeClr val="dk1"/>
                </a:solidFill>
                <a:latin typeface="+mn-lt"/>
                <a:ea typeface="+mn-ea"/>
              </a:rPr>
              <a:t>Un aspecto importante dentro de la sucursal es la correcta formación de todos los trabajadores. Con ese fin se invierte una parte significativa del presupuesto, así como del tiempo de su personal en actividades de capacitación, con la esperanza de mejorar la eficacia y eficiencia de sus programas.</a:t>
            </a:r>
            <a:endParaRPr b="0" lang="es-ES" sz="1200" spc="-1" strike="noStrike">
              <a:solidFill>
                <a:srgbClr val="000000"/>
              </a:solidFill>
              <a:latin typeface="Arial"/>
            </a:endParaRPr>
          </a:p>
          <a:p>
            <a:pPr marL="216000" indent="0" defTabSz="914400">
              <a:lnSpc>
                <a:spcPct val="100000"/>
              </a:lnSpc>
              <a:buNone/>
              <a:tabLst>
                <a:tab algn="l" pos="0"/>
              </a:tabLst>
            </a:pPr>
            <a:endParaRPr b="0" lang="es-ES" sz="1200" spc="-1" strike="noStrike">
              <a:solidFill>
                <a:srgbClr val="000000"/>
              </a:solidFill>
              <a:latin typeface="Arial"/>
            </a:endParaRPr>
          </a:p>
        </p:txBody>
      </p:sp>
      <p:sp>
        <p:nvSpPr>
          <p:cNvPr id="324" name="PlaceHolder 3"/>
          <p:cNvSpPr>
            <a:spLocks noGrp="1"/>
          </p:cNvSpPr>
          <p:nvPr>
            <p:ph type="sldNum" idx="43"/>
          </p:nvPr>
        </p:nvSpPr>
        <p:spPr>
          <a:xfrm>
            <a:off x="3884760" y="8685360"/>
            <a:ext cx="2963520" cy="450360"/>
          </a:xfrm>
          <a:prstGeom prst="rect">
            <a:avLst/>
          </a:prstGeom>
          <a:noFill/>
          <a:ln w="0">
            <a:noFill/>
          </a:ln>
        </p:spPr>
        <p:txBody>
          <a:bodyPr lIns="91440" rIns="91440" tIns="45720" bIns="45720" anchor="b">
            <a:noAutofit/>
          </a:bodyPr>
          <a:p>
            <a:pPr indent="0">
              <a:buNone/>
            </a:pPr>
            <a:endParaRPr b="0" lang="es-ES" sz="14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PlaceHolder 1"/>
          <p:cNvSpPr>
            <a:spLocks noGrp="1"/>
          </p:cNvSpPr>
          <p:nvPr>
            <p:ph type="sldImg"/>
          </p:nvPr>
        </p:nvSpPr>
        <p:spPr>
          <a:xfrm>
            <a:off x="685800" y="1143000"/>
            <a:ext cx="5478120" cy="3078000"/>
          </a:xfrm>
          <a:prstGeom prst="rect">
            <a:avLst/>
          </a:prstGeom>
          <a:ln w="0">
            <a:noFill/>
          </a:ln>
        </p:spPr>
      </p:sp>
      <p:sp>
        <p:nvSpPr>
          <p:cNvPr id="326" name="PlaceHolder 2"/>
          <p:cNvSpPr>
            <a:spLocks noGrp="1"/>
          </p:cNvSpPr>
          <p:nvPr>
            <p:ph type="body"/>
          </p:nvPr>
        </p:nvSpPr>
        <p:spPr>
          <a:xfrm>
            <a:off x="685800" y="4400640"/>
            <a:ext cx="5478120" cy="3592080"/>
          </a:xfrm>
          <a:prstGeom prst="rect">
            <a:avLst/>
          </a:prstGeom>
          <a:noFill/>
          <a:ln w="0">
            <a:noFill/>
          </a:ln>
        </p:spPr>
        <p:txBody>
          <a:bodyPr lIns="91440" rIns="91440" tIns="45720" bIns="45720" anchor="t">
            <a:noAutofit/>
          </a:bodyPr>
          <a:p>
            <a:pPr marL="216000" indent="0" defTabSz="914400">
              <a:lnSpc>
                <a:spcPct val="100000"/>
              </a:lnSpc>
              <a:buNone/>
              <a:tabLst>
                <a:tab algn="l" pos="0"/>
              </a:tabLst>
            </a:pPr>
            <a:r>
              <a:rPr b="0" lang="es-ES" sz="1200" spc="-1" strike="noStrike">
                <a:solidFill>
                  <a:schemeClr val="dk1"/>
                </a:solidFill>
                <a:latin typeface="+mn-lt"/>
                <a:ea typeface="+mn-ea"/>
              </a:rPr>
              <a:t>El proceso de capacitación transcurre con participación del Especialista de Capacitación, quien actualiza las DNC y elabora el Plan de Capacitación en los modelos establecidos. Una vez que el Consejo de Dirección aprueba el Presupuesto de capacitación, se confecciona el Plan Individual de capacitación para cada trabajador y se realizan las solicitudes a la Escuela Nacional de Capacitación del MINTUR para proceder a su cumplimiento.</a:t>
            </a:r>
            <a:endParaRPr b="0" lang="es-ES" sz="1200" spc="-1" strike="noStrike">
              <a:solidFill>
                <a:srgbClr val="000000"/>
              </a:solidFill>
              <a:latin typeface="Arial"/>
            </a:endParaRPr>
          </a:p>
          <a:p>
            <a:pPr marL="216000" indent="0" defTabSz="914400">
              <a:lnSpc>
                <a:spcPct val="100000"/>
              </a:lnSpc>
              <a:buNone/>
              <a:tabLst>
                <a:tab algn="l" pos="0"/>
              </a:tabLst>
            </a:pPr>
            <a:endParaRPr b="0" lang="es-ES" sz="1200" spc="-1" strike="noStrike">
              <a:solidFill>
                <a:srgbClr val="000000"/>
              </a:solidFill>
              <a:latin typeface="Arial"/>
            </a:endParaRPr>
          </a:p>
        </p:txBody>
      </p:sp>
      <p:sp>
        <p:nvSpPr>
          <p:cNvPr id="327" name="PlaceHolder 3"/>
          <p:cNvSpPr>
            <a:spLocks noGrp="1"/>
          </p:cNvSpPr>
          <p:nvPr>
            <p:ph type="sldNum" idx="44"/>
          </p:nvPr>
        </p:nvSpPr>
        <p:spPr>
          <a:xfrm>
            <a:off x="3884760" y="8685360"/>
            <a:ext cx="2963520" cy="450360"/>
          </a:xfrm>
          <a:prstGeom prst="rect">
            <a:avLst/>
          </a:prstGeom>
          <a:noFill/>
          <a:ln w="0">
            <a:noFill/>
          </a:ln>
        </p:spPr>
        <p:txBody>
          <a:bodyPr lIns="91440" rIns="91440" tIns="45720" bIns="45720" anchor="b">
            <a:noAutofit/>
          </a:bodyPr>
          <a:p>
            <a:pPr indent="0">
              <a:buNone/>
            </a:pPr>
            <a:endParaRPr b="0" lang="es-ES" sz="14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sldImg"/>
          </p:nvPr>
        </p:nvSpPr>
        <p:spPr>
          <a:xfrm>
            <a:off x="685800" y="1143000"/>
            <a:ext cx="5478120" cy="3078000"/>
          </a:xfrm>
          <a:prstGeom prst="rect">
            <a:avLst/>
          </a:prstGeom>
          <a:ln w="0">
            <a:noFill/>
          </a:ln>
        </p:spPr>
      </p:sp>
      <p:sp>
        <p:nvSpPr>
          <p:cNvPr id="329" name="PlaceHolder 2"/>
          <p:cNvSpPr>
            <a:spLocks noGrp="1"/>
          </p:cNvSpPr>
          <p:nvPr>
            <p:ph type="body"/>
          </p:nvPr>
        </p:nvSpPr>
        <p:spPr>
          <a:xfrm>
            <a:off x="685800" y="4400640"/>
            <a:ext cx="5478120" cy="3592080"/>
          </a:xfrm>
          <a:prstGeom prst="rect">
            <a:avLst/>
          </a:prstGeom>
          <a:noFill/>
          <a:ln w="0">
            <a:noFill/>
          </a:ln>
        </p:spPr>
        <p:txBody>
          <a:bodyPr lIns="91440" rIns="91440" tIns="45720" bIns="45720" anchor="t">
            <a:noAutofit/>
          </a:bodyPr>
          <a:p>
            <a:pPr marL="216000" indent="-216000">
              <a:buNone/>
            </a:pPr>
            <a:endParaRPr b="0" lang="es-ES" sz="1800" spc="-1" strike="noStrike">
              <a:solidFill>
                <a:srgbClr val="000000"/>
              </a:solidFill>
              <a:latin typeface="Arial"/>
            </a:endParaRPr>
          </a:p>
        </p:txBody>
      </p:sp>
      <p:sp>
        <p:nvSpPr>
          <p:cNvPr id="330" name="PlaceHolder 3"/>
          <p:cNvSpPr>
            <a:spLocks noGrp="1"/>
          </p:cNvSpPr>
          <p:nvPr>
            <p:ph type="sldNum" idx="45"/>
          </p:nvPr>
        </p:nvSpPr>
        <p:spPr>
          <a:xfrm>
            <a:off x="3884760" y="8685360"/>
            <a:ext cx="2963520" cy="450360"/>
          </a:xfrm>
          <a:prstGeom prst="rect">
            <a:avLst/>
          </a:prstGeom>
          <a:noFill/>
          <a:ln w="0">
            <a:noFill/>
          </a:ln>
        </p:spPr>
        <p:txBody>
          <a:bodyPr lIns="91440" rIns="91440" tIns="45720" bIns="45720" anchor="b">
            <a:noAutofit/>
          </a:bodyPr>
          <a:p>
            <a:pPr indent="0">
              <a:buNone/>
            </a:pPr>
            <a:endParaRPr b="0" lang="es-ES" sz="14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1" name="PlaceHolder 1"/>
          <p:cNvSpPr>
            <a:spLocks noGrp="1"/>
          </p:cNvSpPr>
          <p:nvPr>
            <p:ph type="sldImg"/>
          </p:nvPr>
        </p:nvSpPr>
        <p:spPr>
          <a:xfrm>
            <a:off x="685800" y="1143000"/>
            <a:ext cx="5478120" cy="3078000"/>
          </a:xfrm>
          <a:prstGeom prst="rect">
            <a:avLst/>
          </a:prstGeom>
          <a:ln w="0">
            <a:noFill/>
          </a:ln>
        </p:spPr>
      </p:sp>
      <p:sp>
        <p:nvSpPr>
          <p:cNvPr id="332" name="PlaceHolder 2"/>
          <p:cNvSpPr>
            <a:spLocks noGrp="1"/>
          </p:cNvSpPr>
          <p:nvPr>
            <p:ph type="body"/>
          </p:nvPr>
        </p:nvSpPr>
        <p:spPr>
          <a:xfrm>
            <a:off x="685800" y="4400640"/>
            <a:ext cx="5478120" cy="3592080"/>
          </a:xfrm>
          <a:prstGeom prst="rect">
            <a:avLst/>
          </a:prstGeom>
          <a:noFill/>
          <a:ln w="0">
            <a:noFill/>
          </a:ln>
        </p:spPr>
        <p:txBody>
          <a:bodyPr lIns="91440" rIns="91440" tIns="45720" bIns="45720" anchor="t">
            <a:noAutofit/>
          </a:bodyPr>
          <a:p>
            <a:pPr marL="216000" indent="0" defTabSz="914400">
              <a:lnSpc>
                <a:spcPct val="100000"/>
              </a:lnSpc>
              <a:buNone/>
              <a:tabLst>
                <a:tab algn="l" pos="0"/>
              </a:tabLst>
            </a:pPr>
            <a:r>
              <a:rPr b="0" lang="es-ES" sz="2000" spc="-1" strike="noStrike">
                <a:solidFill>
                  <a:srgbClr val="000000"/>
                </a:solidFill>
                <a:latin typeface="Arial"/>
              </a:rPr>
              <a:t>Por lo anterior expuesto se define como Problema de investigación…</a:t>
            </a:r>
            <a:endParaRPr b="0" lang="es-ES" sz="2000" spc="-1" strike="noStrike">
              <a:solidFill>
                <a:srgbClr val="000000"/>
              </a:solidFill>
              <a:latin typeface="Arial"/>
            </a:endParaRPr>
          </a:p>
        </p:txBody>
      </p:sp>
      <p:sp>
        <p:nvSpPr>
          <p:cNvPr id="333" name="PlaceHolder 3"/>
          <p:cNvSpPr>
            <a:spLocks noGrp="1"/>
          </p:cNvSpPr>
          <p:nvPr>
            <p:ph type="sldNum" idx="46"/>
          </p:nvPr>
        </p:nvSpPr>
        <p:spPr>
          <a:xfrm>
            <a:off x="3884760" y="8685360"/>
            <a:ext cx="2963520" cy="450360"/>
          </a:xfrm>
          <a:prstGeom prst="rect">
            <a:avLst/>
          </a:prstGeom>
          <a:noFill/>
          <a:ln w="0">
            <a:noFill/>
          </a:ln>
        </p:spPr>
        <p:txBody>
          <a:bodyPr lIns="91440" rIns="91440" tIns="45720" bIns="45720" anchor="b">
            <a:noAutofit/>
          </a:bodyPr>
          <a:p>
            <a:pPr indent="0">
              <a:buNone/>
            </a:pPr>
            <a:endParaRPr b="0" lang="es-ES" sz="14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PlaceHolder 1"/>
          <p:cNvSpPr>
            <a:spLocks noGrp="1"/>
          </p:cNvSpPr>
          <p:nvPr>
            <p:ph type="sldImg"/>
          </p:nvPr>
        </p:nvSpPr>
        <p:spPr>
          <a:xfrm>
            <a:off x="685800" y="1143000"/>
            <a:ext cx="5478120" cy="3078000"/>
          </a:xfrm>
          <a:prstGeom prst="rect">
            <a:avLst/>
          </a:prstGeom>
          <a:ln w="0">
            <a:noFill/>
          </a:ln>
        </p:spPr>
      </p:sp>
      <p:sp>
        <p:nvSpPr>
          <p:cNvPr id="335" name="PlaceHolder 2"/>
          <p:cNvSpPr>
            <a:spLocks noGrp="1"/>
          </p:cNvSpPr>
          <p:nvPr>
            <p:ph type="body"/>
          </p:nvPr>
        </p:nvSpPr>
        <p:spPr>
          <a:xfrm>
            <a:off x="685800" y="4400640"/>
            <a:ext cx="5478120" cy="3592080"/>
          </a:xfrm>
          <a:prstGeom prst="rect">
            <a:avLst/>
          </a:prstGeom>
          <a:noFill/>
          <a:ln w="0">
            <a:noFill/>
          </a:ln>
        </p:spPr>
        <p:txBody>
          <a:bodyPr lIns="91440" rIns="91440" tIns="45720" bIns="45720" anchor="t">
            <a:noAutofit/>
          </a:bodyPr>
          <a:p>
            <a:pPr marL="216000" indent="0" defTabSz="914400">
              <a:lnSpc>
                <a:spcPct val="100000"/>
              </a:lnSpc>
              <a:buNone/>
              <a:tabLst>
                <a:tab algn="l" pos="0"/>
              </a:tabLst>
            </a:pPr>
            <a:r>
              <a:rPr b="0" lang="es-ES" sz="2000" spc="-1" strike="noStrike">
                <a:solidFill>
                  <a:srgbClr val="000000"/>
                </a:solidFill>
                <a:latin typeface="Arial"/>
              </a:rPr>
              <a:t>Por lo tanto el objeto de estudio es…   Se enmarca en el campo de acción</a:t>
            </a:r>
            <a:endParaRPr b="0" lang="es-ES" sz="2000" spc="-1" strike="noStrike">
              <a:solidFill>
                <a:srgbClr val="000000"/>
              </a:solidFill>
              <a:latin typeface="Arial"/>
            </a:endParaRPr>
          </a:p>
          <a:p>
            <a:pPr marL="216000" indent="0" defTabSz="914400">
              <a:lnSpc>
                <a:spcPct val="100000"/>
              </a:lnSpc>
              <a:buNone/>
              <a:tabLst>
                <a:tab algn="l" pos="0"/>
              </a:tabLst>
            </a:pPr>
            <a:endParaRPr b="0" lang="es-ES" sz="2000" spc="-1" strike="noStrike">
              <a:solidFill>
                <a:srgbClr val="000000"/>
              </a:solidFill>
              <a:latin typeface="Arial"/>
            </a:endParaRPr>
          </a:p>
          <a:p>
            <a:pPr marL="216000" indent="0" defTabSz="914400">
              <a:lnSpc>
                <a:spcPct val="100000"/>
              </a:lnSpc>
              <a:buNone/>
              <a:tabLst>
                <a:tab algn="l" pos="0"/>
              </a:tabLst>
            </a:pPr>
            <a:endParaRPr b="0" lang="es-ES" sz="2000" spc="-1" strike="noStrike">
              <a:solidFill>
                <a:srgbClr val="000000"/>
              </a:solidFill>
              <a:latin typeface="Arial"/>
            </a:endParaRPr>
          </a:p>
        </p:txBody>
      </p:sp>
      <p:sp>
        <p:nvSpPr>
          <p:cNvPr id="336" name="PlaceHolder 3"/>
          <p:cNvSpPr>
            <a:spLocks noGrp="1"/>
          </p:cNvSpPr>
          <p:nvPr>
            <p:ph type="sldNum" idx="47"/>
          </p:nvPr>
        </p:nvSpPr>
        <p:spPr>
          <a:xfrm>
            <a:off x="3884760" y="8685360"/>
            <a:ext cx="2963520" cy="450360"/>
          </a:xfrm>
          <a:prstGeom prst="rect">
            <a:avLst/>
          </a:prstGeom>
          <a:noFill/>
          <a:ln w="0">
            <a:noFill/>
          </a:ln>
        </p:spPr>
        <p:txBody>
          <a:bodyPr lIns="91440" rIns="91440" tIns="45720" bIns="45720" anchor="b">
            <a:noAutofit/>
          </a:bodyPr>
          <a:p>
            <a:pPr indent="0">
              <a:buNone/>
            </a:pPr>
            <a:endParaRPr b="0" lang="es-ES" sz="14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7" name="PlaceHolder 1"/>
          <p:cNvSpPr>
            <a:spLocks noGrp="1"/>
          </p:cNvSpPr>
          <p:nvPr>
            <p:ph type="sldImg"/>
          </p:nvPr>
        </p:nvSpPr>
        <p:spPr>
          <a:xfrm>
            <a:off x="685800" y="1143000"/>
            <a:ext cx="5478120" cy="3078000"/>
          </a:xfrm>
          <a:prstGeom prst="rect">
            <a:avLst/>
          </a:prstGeom>
          <a:ln w="0">
            <a:noFill/>
          </a:ln>
        </p:spPr>
      </p:sp>
      <p:sp>
        <p:nvSpPr>
          <p:cNvPr id="338" name="PlaceHolder 2"/>
          <p:cNvSpPr>
            <a:spLocks noGrp="1"/>
          </p:cNvSpPr>
          <p:nvPr>
            <p:ph type="body"/>
          </p:nvPr>
        </p:nvSpPr>
        <p:spPr>
          <a:xfrm>
            <a:off x="685800" y="4400640"/>
            <a:ext cx="5478120" cy="3592080"/>
          </a:xfrm>
          <a:prstGeom prst="rect">
            <a:avLst/>
          </a:prstGeom>
          <a:noFill/>
          <a:ln w="0">
            <a:noFill/>
          </a:ln>
        </p:spPr>
        <p:txBody>
          <a:bodyPr lIns="91440" rIns="91440" tIns="45720" bIns="45720" anchor="t">
            <a:noAutofit/>
          </a:bodyPr>
          <a:p>
            <a:pPr marL="216000" indent="-216000">
              <a:buNone/>
            </a:pPr>
            <a:endParaRPr b="0" lang="es-ES" sz="1800" spc="-1" strike="noStrike">
              <a:solidFill>
                <a:srgbClr val="000000"/>
              </a:solidFill>
              <a:latin typeface="Arial"/>
            </a:endParaRPr>
          </a:p>
        </p:txBody>
      </p:sp>
      <p:sp>
        <p:nvSpPr>
          <p:cNvPr id="339" name="PlaceHolder 3"/>
          <p:cNvSpPr>
            <a:spLocks noGrp="1"/>
          </p:cNvSpPr>
          <p:nvPr>
            <p:ph type="sldNum" idx="48"/>
          </p:nvPr>
        </p:nvSpPr>
        <p:spPr>
          <a:xfrm>
            <a:off x="3884760" y="8685360"/>
            <a:ext cx="2963520" cy="450360"/>
          </a:xfrm>
          <a:prstGeom prst="rect">
            <a:avLst/>
          </a:prstGeom>
          <a:noFill/>
          <a:ln w="0">
            <a:noFill/>
          </a:ln>
        </p:spPr>
        <p:txBody>
          <a:bodyPr lIns="91440" rIns="91440" tIns="45720" bIns="45720" anchor="b">
            <a:noAutofit/>
          </a:bodyPr>
          <a:p>
            <a:pPr indent="0">
              <a:buNone/>
            </a:pPr>
            <a:endParaRPr b="0" lang="es-ES" sz="14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sldImg"/>
          </p:nvPr>
        </p:nvSpPr>
        <p:spPr>
          <a:xfrm>
            <a:off x="685800" y="1143000"/>
            <a:ext cx="5478120" cy="3078000"/>
          </a:xfrm>
          <a:prstGeom prst="rect">
            <a:avLst/>
          </a:prstGeom>
          <a:ln w="0">
            <a:noFill/>
          </a:ln>
        </p:spPr>
      </p:sp>
      <p:sp>
        <p:nvSpPr>
          <p:cNvPr id="341" name="PlaceHolder 2"/>
          <p:cNvSpPr>
            <a:spLocks noGrp="1"/>
          </p:cNvSpPr>
          <p:nvPr>
            <p:ph type="body"/>
          </p:nvPr>
        </p:nvSpPr>
        <p:spPr>
          <a:xfrm>
            <a:off x="685800" y="4400640"/>
            <a:ext cx="5478120" cy="3592080"/>
          </a:xfrm>
          <a:prstGeom prst="rect">
            <a:avLst/>
          </a:prstGeom>
          <a:noFill/>
          <a:ln w="0">
            <a:noFill/>
          </a:ln>
        </p:spPr>
        <p:txBody>
          <a:bodyPr lIns="91440" rIns="91440" tIns="45720" bIns="45720" anchor="t">
            <a:noAutofit/>
          </a:bodyPr>
          <a:p>
            <a:pPr marL="216000" indent="0" defTabSz="914400">
              <a:lnSpc>
                <a:spcPct val="100000"/>
              </a:lnSpc>
              <a:buNone/>
              <a:tabLst>
                <a:tab algn="l" pos="0"/>
              </a:tabLst>
            </a:pPr>
            <a:r>
              <a:rPr b="0" lang="es-ES" sz="2000" spc="-1" strike="noStrike">
                <a:solidFill>
                  <a:srgbClr val="000000"/>
                </a:solidFill>
                <a:latin typeface="Arial"/>
              </a:rPr>
              <a:t>Por lo tanto el objeto de estudio es…   Se enmarca en el campo de acción</a:t>
            </a:r>
            <a:endParaRPr b="0" lang="es-ES" sz="2000" spc="-1" strike="noStrike">
              <a:solidFill>
                <a:srgbClr val="000000"/>
              </a:solidFill>
              <a:latin typeface="Arial"/>
            </a:endParaRPr>
          </a:p>
          <a:p>
            <a:pPr marL="216000" indent="0" defTabSz="914400">
              <a:lnSpc>
                <a:spcPct val="100000"/>
              </a:lnSpc>
              <a:buNone/>
              <a:tabLst>
                <a:tab algn="l" pos="0"/>
              </a:tabLst>
            </a:pPr>
            <a:endParaRPr b="0" lang="es-ES" sz="2000" spc="-1" strike="noStrike">
              <a:solidFill>
                <a:srgbClr val="000000"/>
              </a:solidFill>
              <a:latin typeface="Arial"/>
            </a:endParaRPr>
          </a:p>
          <a:p>
            <a:pPr marL="216000" indent="0" defTabSz="914400">
              <a:lnSpc>
                <a:spcPct val="100000"/>
              </a:lnSpc>
              <a:buNone/>
              <a:tabLst>
                <a:tab algn="l" pos="0"/>
              </a:tabLst>
            </a:pPr>
            <a:endParaRPr b="0" lang="es-ES" sz="2000" spc="-1" strike="noStrike">
              <a:solidFill>
                <a:srgbClr val="000000"/>
              </a:solidFill>
              <a:latin typeface="Arial"/>
            </a:endParaRPr>
          </a:p>
        </p:txBody>
      </p:sp>
      <p:sp>
        <p:nvSpPr>
          <p:cNvPr id="342" name="PlaceHolder 3"/>
          <p:cNvSpPr>
            <a:spLocks noGrp="1"/>
          </p:cNvSpPr>
          <p:nvPr>
            <p:ph type="sldNum" idx="49"/>
          </p:nvPr>
        </p:nvSpPr>
        <p:spPr>
          <a:xfrm>
            <a:off x="3884760" y="8685360"/>
            <a:ext cx="2963520" cy="450360"/>
          </a:xfrm>
          <a:prstGeom prst="rect">
            <a:avLst/>
          </a:prstGeom>
          <a:noFill/>
          <a:ln w="0">
            <a:noFill/>
          </a:ln>
        </p:spPr>
        <p:txBody>
          <a:bodyPr lIns="91440" rIns="91440" tIns="45720" bIns="45720" anchor="b">
            <a:noAutofit/>
          </a:bodyPr>
          <a:p>
            <a:pPr indent="0">
              <a:buNone/>
            </a:pPr>
            <a:endParaRPr b="0" lang="es-ES" sz="14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sldImg"/>
          </p:nvPr>
        </p:nvSpPr>
        <p:spPr>
          <a:xfrm>
            <a:off x="685800" y="1143000"/>
            <a:ext cx="5478120" cy="3078000"/>
          </a:xfrm>
          <a:prstGeom prst="rect">
            <a:avLst/>
          </a:prstGeom>
          <a:ln w="0">
            <a:noFill/>
          </a:ln>
        </p:spPr>
      </p:sp>
      <p:sp>
        <p:nvSpPr>
          <p:cNvPr id="344" name="PlaceHolder 2"/>
          <p:cNvSpPr>
            <a:spLocks noGrp="1"/>
          </p:cNvSpPr>
          <p:nvPr>
            <p:ph type="body"/>
          </p:nvPr>
        </p:nvSpPr>
        <p:spPr>
          <a:xfrm>
            <a:off x="685800" y="4400640"/>
            <a:ext cx="5478120" cy="3592080"/>
          </a:xfrm>
          <a:prstGeom prst="rect">
            <a:avLst/>
          </a:prstGeom>
          <a:noFill/>
          <a:ln w="0">
            <a:noFill/>
          </a:ln>
        </p:spPr>
        <p:txBody>
          <a:bodyPr lIns="91440" rIns="91440" tIns="45720" bIns="45720" anchor="t">
            <a:noAutofit/>
          </a:bodyPr>
          <a:p>
            <a:pPr marL="216000" indent="-216000">
              <a:buNone/>
            </a:pPr>
            <a:endParaRPr b="0" lang="es-ES" sz="1800" spc="-1" strike="noStrike">
              <a:solidFill>
                <a:srgbClr val="000000"/>
              </a:solidFill>
              <a:latin typeface="Arial"/>
            </a:endParaRPr>
          </a:p>
        </p:txBody>
      </p:sp>
      <p:sp>
        <p:nvSpPr>
          <p:cNvPr id="345" name="PlaceHolder 3"/>
          <p:cNvSpPr>
            <a:spLocks noGrp="1"/>
          </p:cNvSpPr>
          <p:nvPr>
            <p:ph type="sldNum" idx="50"/>
          </p:nvPr>
        </p:nvSpPr>
        <p:spPr>
          <a:xfrm>
            <a:off x="3884760" y="8685360"/>
            <a:ext cx="2963520" cy="450360"/>
          </a:xfrm>
          <a:prstGeom prst="rect">
            <a:avLst/>
          </a:prstGeom>
          <a:noFill/>
          <a:ln w="0">
            <a:noFill/>
          </a:ln>
        </p:spPr>
        <p:txBody>
          <a:bodyPr lIns="91440" rIns="91440" tIns="45720" bIns="45720" anchor="b">
            <a:noAutofit/>
          </a:bodyPr>
          <a:p>
            <a:pPr indent="0">
              <a:buNone/>
            </a:pPr>
            <a:endParaRPr b="0" lang="es-ES" sz="14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PlaceHolder 1"/>
          <p:cNvSpPr>
            <a:spLocks noGrp="1"/>
          </p:cNvSpPr>
          <p:nvPr>
            <p:ph type="sldImg"/>
          </p:nvPr>
        </p:nvSpPr>
        <p:spPr>
          <a:xfrm>
            <a:off x="685800" y="1143000"/>
            <a:ext cx="5478120" cy="3078000"/>
          </a:xfrm>
          <a:prstGeom prst="rect">
            <a:avLst/>
          </a:prstGeom>
          <a:ln w="0">
            <a:noFill/>
          </a:ln>
        </p:spPr>
      </p:sp>
      <p:sp>
        <p:nvSpPr>
          <p:cNvPr id="347" name="PlaceHolder 2"/>
          <p:cNvSpPr>
            <a:spLocks noGrp="1"/>
          </p:cNvSpPr>
          <p:nvPr>
            <p:ph type="body"/>
          </p:nvPr>
        </p:nvSpPr>
        <p:spPr>
          <a:xfrm>
            <a:off x="685800" y="4400640"/>
            <a:ext cx="5478120" cy="3592080"/>
          </a:xfrm>
          <a:prstGeom prst="rect">
            <a:avLst/>
          </a:prstGeom>
          <a:noFill/>
          <a:ln w="0">
            <a:noFill/>
          </a:ln>
        </p:spPr>
        <p:txBody>
          <a:bodyPr lIns="91440" rIns="91440" tIns="45720" bIns="45720" anchor="t">
            <a:noAutofit/>
          </a:bodyPr>
          <a:p>
            <a:pPr marL="216000" indent="-216000">
              <a:buNone/>
            </a:pPr>
            <a:endParaRPr b="0" lang="es-ES" sz="1800" spc="-1" strike="noStrike">
              <a:solidFill>
                <a:srgbClr val="000000"/>
              </a:solidFill>
              <a:latin typeface="Arial"/>
            </a:endParaRPr>
          </a:p>
        </p:txBody>
      </p:sp>
      <p:sp>
        <p:nvSpPr>
          <p:cNvPr id="348" name="PlaceHolder 3"/>
          <p:cNvSpPr>
            <a:spLocks noGrp="1"/>
          </p:cNvSpPr>
          <p:nvPr>
            <p:ph type="sldNum" idx="51"/>
          </p:nvPr>
        </p:nvSpPr>
        <p:spPr>
          <a:xfrm>
            <a:off x="3884760" y="8685360"/>
            <a:ext cx="2963520" cy="450360"/>
          </a:xfrm>
          <a:prstGeom prst="rect">
            <a:avLst/>
          </a:prstGeom>
          <a:noFill/>
          <a:ln w="0">
            <a:noFill/>
          </a:ln>
        </p:spPr>
        <p:txBody>
          <a:bodyPr lIns="91440" rIns="91440" tIns="45720" bIns="45720" anchor="b">
            <a:noAutofit/>
          </a:bodyPr>
          <a:p>
            <a:pPr indent="0">
              <a:buNone/>
            </a:pPr>
            <a:endParaRPr b="0" lang="es-ES" sz="14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sldImg"/>
          </p:nvPr>
        </p:nvSpPr>
        <p:spPr>
          <a:xfrm>
            <a:off x="685800" y="1143000"/>
            <a:ext cx="5478120" cy="3078000"/>
          </a:xfrm>
          <a:prstGeom prst="rect">
            <a:avLst/>
          </a:prstGeom>
          <a:ln w="0">
            <a:noFill/>
          </a:ln>
        </p:spPr>
      </p:sp>
      <p:sp>
        <p:nvSpPr>
          <p:cNvPr id="350" name="PlaceHolder 2"/>
          <p:cNvSpPr>
            <a:spLocks noGrp="1"/>
          </p:cNvSpPr>
          <p:nvPr>
            <p:ph type="body"/>
          </p:nvPr>
        </p:nvSpPr>
        <p:spPr>
          <a:xfrm>
            <a:off x="685800" y="4400640"/>
            <a:ext cx="5478120" cy="3592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s-ES" sz="2000" spc="-1" strike="noStrike">
                <a:solidFill>
                  <a:srgbClr val="000000"/>
                </a:solidFill>
                <a:latin typeface="Arial"/>
              </a:rPr>
              <a:t>Existen varios sistemas que posibilitan la gestión del proceso de capacitación, que en su mayoría están diseñados para grandes empresas y sus formas de gestionar la información, no son aplicables a las características de la sucursal, que además no cuenta con tecnologías avanzadas para usarlos. Estos sistemas son privativos, y su despliegue sería más costoso que desarrollar uno que cumpla con la características necesarias. Por ello se decide desarrollar un sistema informático para gestionar el proceso de capacitación.</a:t>
            </a:r>
            <a:endParaRPr b="0" lang="es-ES" sz="2000" spc="-1" strike="noStrike">
              <a:solidFill>
                <a:srgbClr val="000000"/>
              </a:solidFill>
              <a:latin typeface="Arial"/>
            </a:endParaRPr>
          </a:p>
          <a:p>
            <a:pPr marL="216000" indent="0">
              <a:lnSpc>
                <a:spcPct val="100000"/>
              </a:lnSpc>
              <a:buNone/>
              <a:tabLst>
                <a:tab algn="l" pos="0"/>
              </a:tabLst>
            </a:pPr>
            <a:endParaRPr b="0" lang="es-ES" sz="2000" spc="-1" strike="noStrike">
              <a:solidFill>
                <a:srgbClr val="000000"/>
              </a:solidFill>
              <a:latin typeface="Arial"/>
            </a:endParaRPr>
          </a:p>
        </p:txBody>
      </p:sp>
      <p:sp>
        <p:nvSpPr>
          <p:cNvPr id="351" name="PlaceHolder 3"/>
          <p:cNvSpPr>
            <a:spLocks noGrp="1"/>
          </p:cNvSpPr>
          <p:nvPr>
            <p:ph type="sldNum" idx="52"/>
          </p:nvPr>
        </p:nvSpPr>
        <p:spPr>
          <a:xfrm>
            <a:off x="3884760" y="8685360"/>
            <a:ext cx="2963520" cy="450360"/>
          </a:xfrm>
          <a:prstGeom prst="rect">
            <a:avLst/>
          </a:prstGeom>
          <a:noFill/>
          <a:ln w="0">
            <a:noFill/>
          </a:ln>
        </p:spPr>
        <p:txBody>
          <a:bodyPr lIns="91440" rIns="91440" tIns="45720" bIns="45720" anchor="b">
            <a:noAutofit/>
          </a:bodyPr>
          <a:p>
            <a:pPr indent="0">
              <a:buNone/>
            </a:pPr>
            <a:endParaRPr b="0" lang="es-ES" sz="14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PlaceHolder 1"/>
          <p:cNvSpPr>
            <a:spLocks noGrp="1"/>
          </p:cNvSpPr>
          <p:nvPr>
            <p:ph type="sldImg"/>
          </p:nvPr>
        </p:nvSpPr>
        <p:spPr>
          <a:xfrm>
            <a:off x="685800" y="1143000"/>
            <a:ext cx="5478120" cy="3078000"/>
          </a:xfrm>
          <a:prstGeom prst="rect">
            <a:avLst/>
          </a:prstGeom>
          <a:ln w="0">
            <a:noFill/>
          </a:ln>
        </p:spPr>
      </p:sp>
      <p:sp>
        <p:nvSpPr>
          <p:cNvPr id="353" name="PlaceHolder 2"/>
          <p:cNvSpPr>
            <a:spLocks noGrp="1"/>
          </p:cNvSpPr>
          <p:nvPr>
            <p:ph type="body"/>
          </p:nvPr>
        </p:nvSpPr>
        <p:spPr>
          <a:xfrm>
            <a:off x="685800" y="4400640"/>
            <a:ext cx="5478120" cy="3592080"/>
          </a:xfrm>
          <a:prstGeom prst="rect">
            <a:avLst/>
          </a:prstGeom>
          <a:noFill/>
          <a:ln w="0">
            <a:noFill/>
          </a:ln>
        </p:spPr>
        <p:txBody>
          <a:bodyPr lIns="91440" rIns="91440" tIns="45720" bIns="45720" anchor="t">
            <a:noAutofit/>
          </a:bodyPr>
          <a:p>
            <a:pPr marL="216000" indent="0" defTabSz="914400">
              <a:lnSpc>
                <a:spcPct val="100000"/>
              </a:lnSpc>
              <a:buNone/>
              <a:tabLst>
                <a:tab algn="l" pos="0"/>
              </a:tabLst>
            </a:pPr>
            <a:r>
              <a:rPr b="0" lang="es-ES" sz="2000" spc="-1" strike="noStrike">
                <a:solidFill>
                  <a:srgbClr val="000000"/>
                </a:solidFill>
                <a:latin typeface="Arial"/>
              </a:rPr>
              <a:t>Para la implementación del sistema se utilizará el Framework de parte del servidor… y de parte del cliente… PHP 7 como lenguaje de programación</a:t>
            </a:r>
            <a:endParaRPr b="0" lang="es-ES" sz="2000" spc="-1" strike="noStrike">
              <a:solidFill>
                <a:srgbClr val="000000"/>
              </a:solidFill>
              <a:latin typeface="Arial"/>
            </a:endParaRPr>
          </a:p>
          <a:p>
            <a:pPr marL="216000" indent="0" defTabSz="914400">
              <a:lnSpc>
                <a:spcPct val="100000"/>
              </a:lnSpc>
              <a:buNone/>
              <a:tabLst>
                <a:tab algn="l" pos="0"/>
              </a:tabLst>
            </a:pPr>
            <a:endParaRPr b="0" lang="es-ES" sz="2000" spc="-1" strike="noStrike">
              <a:solidFill>
                <a:srgbClr val="000000"/>
              </a:solidFill>
              <a:latin typeface="Arial"/>
            </a:endParaRPr>
          </a:p>
        </p:txBody>
      </p:sp>
      <p:sp>
        <p:nvSpPr>
          <p:cNvPr id="354" name="PlaceHolder 3"/>
          <p:cNvSpPr>
            <a:spLocks noGrp="1"/>
          </p:cNvSpPr>
          <p:nvPr>
            <p:ph type="sldNum" idx="53"/>
          </p:nvPr>
        </p:nvSpPr>
        <p:spPr>
          <a:xfrm>
            <a:off x="3884760" y="8685360"/>
            <a:ext cx="2963520" cy="450360"/>
          </a:xfrm>
          <a:prstGeom prst="rect">
            <a:avLst/>
          </a:prstGeom>
          <a:noFill/>
          <a:ln w="0">
            <a:noFill/>
          </a:ln>
        </p:spPr>
        <p:txBody>
          <a:bodyPr lIns="91440" rIns="91440" tIns="45720" bIns="45720" anchor="b">
            <a:noAutofit/>
          </a:bodyPr>
          <a:p>
            <a:pPr indent="0">
              <a:buNone/>
            </a:pPr>
            <a:endParaRPr b="0" lang="es-ES" sz="14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PlaceHolder 1"/>
          <p:cNvSpPr>
            <a:spLocks noGrp="1"/>
          </p:cNvSpPr>
          <p:nvPr>
            <p:ph type="sldImg"/>
          </p:nvPr>
        </p:nvSpPr>
        <p:spPr>
          <a:xfrm>
            <a:off x="685800" y="1143000"/>
            <a:ext cx="5478120" cy="3078000"/>
          </a:xfrm>
          <a:prstGeom prst="rect">
            <a:avLst/>
          </a:prstGeom>
          <a:ln w="0">
            <a:noFill/>
          </a:ln>
        </p:spPr>
      </p:sp>
      <p:sp>
        <p:nvSpPr>
          <p:cNvPr id="356" name="PlaceHolder 2"/>
          <p:cNvSpPr>
            <a:spLocks noGrp="1"/>
          </p:cNvSpPr>
          <p:nvPr>
            <p:ph type="body"/>
          </p:nvPr>
        </p:nvSpPr>
        <p:spPr>
          <a:xfrm>
            <a:off x="685800" y="4400640"/>
            <a:ext cx="5478120" cy="3592080"/>
          </a:xfrm>
          <a:prstGeom prst="rect">
            <a:avLst/>
          </a:prstGeom>
          <a:noFill/>
          <a:ln w="0">
            <a:noFill/>
          </a:ln>
        </p:spPr>
        <p:txBody>
          <a:bodyPr lIns="91440" rIns="91440" tIns="45720" bIns="45720" anchor="t">
            <a:noAutofit/>
          </a:bodyPr>
          <a:p>
            <a:pPr marL="216000" indent="0" defTabSz="914400">
              <a:lnSpc>
                <a:spcPct val="100000"/>
              </a:lnSpc>
              <a:buNone/>
              <a:tabLst>
                <a:tab algn="l" pos="0"/>
              </a:tabLst>
            </a:pPr>
            <a:r>
              <a:rPr b="0" lang="es-ES" sz="2000" spc="-1" strike="noStrike">
                <a:solidFill>
                  <a:srgbClr val="000000"/>
                </a:solidFill>
                <a:latin typeface="Arial"/>
              </a:rPr>
              <a:t>Como gestor de BD… Y la metodología que guiará el proceso de desarrollo de software es XP.</a:t>
            </a:r>
            <a:endParaRPr b="0" lang="es-ES" sz="2000" spc="-1" strike="noStrike">
              <a:solidFill>
                <a:srgbClr val="000000"/>
              </a:solidFill>
              <a:latin typeface="Arial"/>
            </a:endParaRPr>
          </a:p>
          <a:p>
            <a:pPr marL="216000" indent="0" defTabSz="914400">
              <a:lnSpc>
                <a:spcPct val="100000"/>
              </a:lnSpc>
              <a:buNone/>
              <a:tabLst>
                <a:tab algn="l" pos="0"/>
              </a:tabLst>
            </a:pPr>
            <a:endParaRPr b="0" lang="es-ES" sz="2000" spc="-1" strike="noStrike">
              <a:solidFill>
                <a:srgbClr val="000000"/>
              </a:solidFill>
              <a:latin typeface="Arial"/>
            </a:endParaRPr>
          </a:p>
        </p:txBody>
      </p:sp>
      <p:sp>
        <p:nvSpPr>
          <p:cNvPr id="357" name="PlaceHolder 3"/>
          <p:cNvSpPr>
            <a:spLocks noGrp="1"/>
          </p:cNvSpPr>
          <p:nvPr>
            <p:ph type="sldNum" idx="54"/>
          </p:nvPr>
        </p:nvSpPr>
        <p:spPr>
          <a:xfrm>
            <a:off x="3884760" y="8685360"/>
            <a:ext cx="2963520" cy="450360"/>
          </a:xfrm>
          <a:prstGeom prst="rect">
            <a:avLst/>
          </a:prstGeom>
          <a:noFill/>
          <a:ln w="0">
            <a:noFill/>
          </a:ln>
        </p:spPr>
        <p:txBody>
          <a:bodyPr lIns="91440" rIns="91440" tIns="45720" bIns="45720" anchor="b">
            <a:noAutofit/>
          </a:bodyPr>
          <a:p>
            <a:pPr indent="0">
              <a:buNone/>
            </a:pPr>
            <a:endParaRPr b="0" lang="es-ES" sz="14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8" name="PlaceHolder 1"/>
          <p:cNvSpPr>
            <a:spLocks noGrp="1"/>
          </p:cNvSpPr>
          <p:nvPr>
            <p:ph type="sldImg"/>
          </p:nvPr>
        </p:nvSpPr>
        <p:spPr>
          <a:xfrm>
            <a:off x="685800" y="1143000"/>
            <a:ext cx="5478120" cy="3078000"/>
          </a:xfrm>
          <a:prstGeom prst="rect">
            <a:avLst/>
          </a:prstGeom>
          <a:ln w="0">
            <a:noFill/>
          </a:ln>
        </p:spPr>
      </p:sp>
      <p:sp>
        <p:nvSpPr>
          <p:cNvPr id="359" name="PlaceHolder 2"/>
          <p:cNvSpPr>
            <a:spLocks noGrp="1"/>
          </p:cNvSpPr>
          <p:nvPr>
            <p:ph type="body"/>
          </p:nvPr>
        </p:nvSpPr>
        <p:spPr>
          <a:xfrm>
            <a:off x="685800" y="4400640"/>
            <a:ext cx="5478120" cy="3592080"/>
          </a:xfrm>
          <a:prstGeom prst="rect">
            <a:avLst/>
          </a:prstGeom>
          <a:noFill/>
          <a:ln w="0">
            <a:noFill/>
          </a:ln>
        </p:spPr>
        <p:txBody>
          <a:bodyPr lIns="91440" rIns="91440" tIns="45720" bIns="45720" anchor="t">
            <a:noAutofit/>
          </a:bodyPr>
          <a:p>
            <a:pPr marL="216000" indent="-216000">
              <a:buNone/>
            </a:pPr>
            <a:endParaRPr b="0" lang="es-ES" sz="1800" spc="-1" strike="noStrike">
              <a:solidFill>
                <a:srgbClr val="000000"/>
              </a:solidFill>
              <a:latin typeface="Arial"/>
            </a:endParaRPr>
          </a:p>
        </p:txBody>
      </p:sp>
      <p:sp>
        <p:nvSpPr>
          <p:cNvPr id="360" name="PlaceHolder 3"/>
          <p:cNvSpPr>
            <a:spLocks noGrp="1"/>
          </p:cNvSpPr>
          <p:nvPr>
            <p:ph type="sldNum" idx="55"/>
          </p:nvPr>
        </p:nvSpPr>
        <p:spPr>
          <a:xfrm>
            <a:off x="3884760" y="8685360"/>
            <a:ext cx="2963520" cy="450360"/>
          </a:xfrm>
          <a:prstGeom prst="rect">
            <a:avLst/>
          </a:prstGeom>
          <a:noFill/>
          <a:ln w="0">
            <a:noFill/>
          </a:ln>
        </p:spPr>
        <p:txBody>
          <a:bodyPr lIns="91440" rIns="91440" tIns="45720" bIns="45720" anchor="b">
            <a:noAutofit/>
          </a:bodyPr>
          <a:p>
            <a:pPr indent="0">
              <a:buNone/>
            </a:pPr>
            <a:endParaRPr b="0" lang="es-ES" sz="14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PlaceHolder 1"/>
          <p:cNvSpPr>
            <a:spLocks noGrp="1"/>
          </p:cNvSpPr>
          <p:nvPr>
            <p:ph type="sldImg"/>
          </p:nvPr>
        </p:nvSpPr>
        <p:spPr>
          <a:xfrm>
            <a:off x="685800" y="1143000"/>
            <a:ext cx="5478120" cy="3078000"/>
          </a:xfrm>
          <a:prstGeom prst="rect">
            <a:avLst/>
          </a:prstGeom>
          <a:ln w="0">
            <a:noFill/>
          </a:ln>
        </p:spPr>
      </p:sp>
      <p:sp>
        <p:nvSpPr>
          <p:cNvPr id="362" name="PlaceHolder 2"/>
          <p:cNvSpPr>
            <a:spLocks noGrp="1"/>
          </p:cNvSpPr>
          <p:nvPr>
            <p:ph type="body"/>
          </p:nvPr>
        </p:nvSpPr>
        <p:spPr>
          <a:xfrm>
            <a:off x="685800" y="4400640"/>
            <a:ext cx="5478120" cy="3592080"/>
          </a:xfrm>
          <a:prstGeom prst="rect">
            <a:avLst/>
          </a:prstGeom>
          <a:noFill/>
          <a:ln w="0">
            <a:noFill/>
          </a:ln>
        </p:spPr>
        <p:txBody>
          <a:bodyPr lIns="91440" rIns="91440" tIns="45720" bIns="45720" anchor="t">
            <a:noAutofit/>
          </a:bodyPr>
          <a:p>
            <a:pPr marL="216000" indent="-216000">
              <a:buNone/>
            </a:pPr>
            <a:endParaRPr b="0" lang="es-ES" sz="1800" spc="-1" strike="noStrike">
              <a:solidFill>
                <a:srgbClr val="000000"/>
              </a:solidFill>
              <a:latin typeface="Arial"/>
            </a:endParaRPr>
          </a:p>
        </p:txBody>
      </p:sp>
      <p:sp>
        <p:nvSpPr>
          <p:cNvPr id="363" name="PlaceHolder 3"/>
          <p:cNvSpPr>
            <a:spLocks noGrp="1"/>
          </p:cNvSpPr>
          <p:nvPr>
            <p:ph type="sldNum" idx="56"/>
          </p:nvPr>
        </p:nvSpPr>
        <p:spPr>
          <a:xfrm>
            <a:off x="3884760" y="8685360"/>
            <a:ext cx="2963520" cy="450360"/>
          </a:xfrm>
          <a:prstGeom prst="rect">
            <a:avLst/>
          </a:prstGeom>
          <a:noFill/>
          <a:ln w="0">
            <a:noFill/>
          </a:ln>
        </p:spPr>
        <p:txBody>
          <a:bodyPr lIns="91440" rIns="91440" tIns="45720" bIns="45720" anchor="b">
            <a:noAutofit/>
          </a:bodyPr>
          <a:p>
            <a:pPr indent="0">
              <a:buNone/>
            </a:pPr>
            <a:endParaRPr b="0" lang="es-ES" sz="14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sldImg"/>
          </p:nvPr>
        </p:nvSpPr>
        <p:spPr>
          <a:xfrm>
            <a:off x="685800" y="1143000"/>
            <a:ext cx="5478120" cy="3078000"/>
          </a:xfrm>
          <a:prstGeom prst="rect">
            <a:avLst/>
          </a:prstGeom>
          <a:ln w="0">
            <a:noFill/>
          </a:ln>
        </p:spPr>
      </p:sp>
      <p:sp>
        <p:nvSpPr>
          <p:cNvPr id="365" name="PlaceHolder 2"/>
          <p:cNvSpPr>
            <a:spLocks noGrp="1"/>
          </p:cNvSpPr>
          <p:nvPr>
            <p:ph type="body"/>
          </p:nvPr>
        </p:nvSpPr>
        <p:spPr>
          <a:xfrm>
            <a:off x="685800" y="4400640"/>
            <a:ext cx="5478120" cy="3592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s-ES" sz="2000" spc="-1" strike="noStrike">
                <a:solidFill>
                  <a:srgbClr val="000000"/>
                </a:solidFill>
                <a:latin typeface="Arial"/>
              </a:rPr>
              <a:t>El sistema cuenta con 3 roles (Administrador responsable mayormente de la seguridad del sistema, Jefe de Departamento solo podrá visualizar los reportes y el Técnico encargado de realizar las mayores actividades en el sistema)</a:t>
            </a:r>
            <a:endParaRPr b="0" lang="es-ES" sz="2000" spc="-1" strike="noStrike">
              <a:solidFill>
                <a:srgbClr val="000000"/>
              </a:solidFill>
              <a:latin typeface="Arial"/>
            </a:endParaRPr>
          </a:p>
          <a:p>
            <a:pPr marL="216000" indent="0">
              <a:lnSpc>
                <a:spcPct val="100000"/>
              </a:lnSpc>
              <a:buNone/>
              <a:tabLst>
                <a:tab algn="l" pos="0"/>
              </a:tabLst>
            </a:pPr>
            <a:r>
              <a:rPr b="0" lang="es-ES" sz="2000" spc="-1" strike="noStrike">
                <a:solidFill>
                  <a:srgbClr val="000000"/>
                </a:solidFill>
                <a:latin typeface="Arial"/>
              </a:rPr>
              <a:t>Posee un módulo de autenticación que permite a los usuarios acceder solo a las funcionales que tienen permiso.</a:t>
            </a:r>
            <a:endParaRPr b="0" lang="es-ES" sz="2000" spc="-1" strike="noStrike">
              <a:solidFill>
                <a:srgbClr val="000000"/>
              </a:solidFill>
              <a:latin typeface="Arial"/>
            </a:endParaRPr>
          </a:p>
          <a:p>
            <a:pPr marL="216000" indent="0">
              <a:lnSpc>
                <a:spcPct val="100000"/>
              </a:lnSpc>
              <a:buNone/>
              <a:tabLst>
                <a:tab algn="l" pos="0"/>
              </a:tabLst>
            </a:pPr>
            <a:endParaRPr b="0" lang="es-ES" sz="2000" spc="-1" strike="noStrike">
              <a:solidFill>
                <a:srgbClr val="000000"/>
              </a:solidFill>
              <a:latin typeface="Arial"/>
            </a:endParaRPr>
          </a:p>
        </p:txBody>
      </p:sp>
      <p:sp>
        <p:nvSpPr>
          <p:cNvPr id="366" name="PlaceHolder 3"/>
          <p:cNvSpPr>
            <a:spLocks noGrp="1"/>
          </p:cNvSpPr>
          <p:nvPr>
            <p:ph type="sldNum" idx="57"/>
          </p:nvPr>
        </p:nvSpPr>
        <p:spPr>
          <a:xfrm>
            <a:off x="3884760" y="8685360"/>
            <a:ext cx="2963520" cy="450360"/>
          </a:xfrm>
          <a:prstGeom prst="rect">
            <a:avLst/>
          </a:prstGeom>
          <a:noFill/>
          <a:ln w="0">
            <a:noFill/>
          </a:ln>
        </p:spPr>
        <p:txBody>
          <a:bodyPr lIns="91440" rIns="91440" tIns="45720" bIns="45720" anchor="b">
            <a:noAutofit/>
          </a:bodyPr>
          <a:p>
            <a:pPr indent="0">
              <a:buNone/>
            </a:pPr>
            <a:endParaRPr b="0" lang="es-ES" sz="14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 name="PlaceHolder 1"/>
          <p:cNvSpPr>
            <a:spLocks noGrp="1"/>
          </p:cNvSpPr>
          <p:nvPr>
            <p:ph type="sldImg"/>
          </p:nvPr>
        </p:nvSpPr>
        <p:spPr>
          <a:xfrm>
            <a:off x="685800" y="1143000"/>
            <a:ext cx="5478120" cy="3078000"/>
          </a:xfrm>
          <a:prstGeom prst="rect">
            <a:avLst/>
          </a:prstGeom>
          <a:ln w="0">
            <a:noFill/>
          </a:ln>
        </p:spPr>
      </p:sp>
      <p:sp>
        <p:nvSpPr>
          <p:cNvPr id="368" name="PlaceHolder 2"/>
          <p:cNvSpPr>
            <a:spLocks noGrp="1"/>
          </p:cNvSpPr>
          <p:nvPr>
            <p:ph type="body"/>
          </p:nvPr>
        </p:nvSpPr>
        <p:spPr>
          <a:xfrm>
            <a:off x="685800" y="4400640"/>
            <a:ext cx="5478120" cy="3592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s-ES" sz="2000" spc="-1" strike="noStrike">
                <a:solidFill>
                  <a:srgbClr val="000000"/>
                </a:solidFill>
                <a:latin typeface="Arial"/>
              </a:rPr>
              <a:t>En el caso de la gestión de DNA si se desea agregar un nuevo diagnostico se presiona el botón “Insertar DNA”, una vez introducido los datos necesarios y registrado el nuevo diagnostico, se mostrará en la tabla. Ademas muestra las opciones “Editar” y “Eliminar”</a:t>
            </a:r>
            <a:endParaRPr b="0" lang="es-ES" sz="2000" spc="-1" strike="noStrike">
              <a:solidFill>
                <a:srgbClr val="000000"/>
              </a:solidFill>
              <a:latin typeface="Arial"/>
            </a:endParaRPr>
          </a:p>
        </p:txBody>
      </p:sp>
      <p:sp>
        <p:nvSpPr>
          <p:cNvPr id="369" name="PlaceHolder 3"/>
          <p:cNvSpPr>
            <a:spLocks noGrp="1"/>
          </p:cNvSpPr>
          <p:nvPr>
            <p:ph type="sldNum" idx="58"/>
          </p:nvPr>
        </p:nvSpPr>
        <p:spPr>
          <a:xfrm>
            <a:off x="3884760" y="8685360"/>
            <a:ext cx="2963520" cy="450360"/>
          </a:xfrm>
          <a:prstGeom prst="rect">
            <a:avLst/>
          </a:prstGeom>
          <a:noFill/>
          <a:ln w="0">
            <a:noFill/>
          </a:ln>
        </p:spPr>
        <p:txBody>
          <a:bodyPr lIns="91440" rIns="91440" tIns="45720" bIns="45720" anchor="b">
            <a:noAutofit/>
          </a:bodyPr>
          <a:p>
            <a:pPr indent="0">
              <a:buNone/>
            </a:pPr>
            <a:endParaRPr b="0" lang="es-ES" sz="1400" spc="-1" strike="noStrike">
              <a:solidFill>
                <a:srgbClr val="000000"/>
              </a:solidFill>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PlaceHolder 1"/>
          <p:cNvSpPr>
            <a:spLocks noGrp="1"/>
          </p:cNvSpPr>
          <p:nvPr>
            <p:ph type="sldImg"/>
          </p:nvPr>
        </p:nvSpPr>
        <p:spPr>
          <a:xfrm>
            <a:off x="685800" y="1143000"/>
            <a:ext cx="5478120" cy="3078000"/>
          </a:xfrm>
          <a:prstGeom prst="rect">
            <a:avLst/>
          </a:prstGeom>
          <a:ln w="0">
            <a:noFill/>
          </a:ln>
        </p:spPr>
      </p:sp>
      <p:sp>
        <p:nvSpPr>
          <p:cNvPr id="371" name="PlaceHolder 2"/>
          <p:cNvSpPr>
            <a:spLocks noGrp="1"/>
          </p:cNvSpPr>
          <p:nvPr>
            <p:ph type="body"/>
          </p:nvPr>
        </p:nvSpPr>
        <p:spPr>
          <a:xfrm>
            <a:off x="685800" y="4400640"/>
            <a:ext cx="5478120" cy="3592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s-ES" sz="2000" spc="-1" strike="noStrike">
                <a:solidFill>
                  <a:srgbClr val="000000"/>
                </a:solidFill>
                <a:latin typeface="Arial"/>
              </a:rPr>
              <a:t>En el caso de la gestión de DNA si se desea agregar un nuevo diagnostico se presiona el botón “Insertar DNA”, una vez introducido los datos necesarios y registrado el nuevo diagnostico, se mostrará en la tabla. Ademas muestra las opciones “Editar” y “Eliminar”</a:t>
            </a:r>
            <a:endParaRPr b="0" lang="es-ES" sz="2000" spc="-1" strike="noStrike">
              <a:solidFill>
                <a:srgbClr val="000000"/>
              </a:solidFill>
              <a:latin typeface="Arial"/>
            </a:endParaRPr>
          </a:p>
        </p:txBody>
      </p:sp>
      <p:sp>
        <p:nvSpPr>
          <p:cNvPr id="372" name="PlaceHolder 3"/>
          <p:cNvSpPr>
            <a:spLocks noGrp="1"/>
          </p:cNvSpPr>
          <p:nvPr>
            <p:ph type="sldNum" idx="59"/>
          </p:nvPr>
        </p:nvSpPr>
        <p:spPr>
          <a:xfrm>
            <a:off x="3884760" y="8685360"/>
            <a:ext cx="2963520" cy="450360"/>
          </a:xfrm>
          <a:prstGeom prst="rect">
            <a:avLst/>
          </a:prstGeom>
          <a:noFill/>
          <a:ln w="0">
            <a:noFill/>
          </a:ln>
        </p:spPr>
        <p:txBody>
          <a:bodyPr lIns="91440" rIns="91440" tIns="45720" bIns="45720" anchor="b">
            <a:noAutofit/>
          </a:bodyPr>
          <a:p>
            <a:pPr indent="0">
              <a:buNone/>
            </a:pPr>
            <a:endParaRPr b="0" lang="es-ES" sz="1400" spc="-1" strike="noStrike">
              <a:solidFill>
                <a:srgbClr val="000000"/>
              </a:solidFill>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 name="PlaceHolder 1"/>
          <p:cNvSpPr>
            <a:spLocks noGrp="1"/>
          </p:cNvSpPr>
          <p:nvPr>
            <p:ph type="sldImg"/>
          </p:nvPr>
        </p:nvSpPr>
        <p:spPr>
          <a:xfrm>
            <a:off x="685800" y="1143000"/>
            <a:ext cx="5478120" cy="3078000"/>
          </a:xfrm>
          <a:prstGeom prst="rect">
            <a:avLst/>
          </a:prstGeom>
          <a:ln w="0">
            <a:noFill/>
          </a:ln>
        </p:spPr>
      </p:sp>
      <p:sp>
        <p:nvSpPr>
          <p:cNvPr id="374" name="PlaceHolder 2"/>
          <p:cNvSpPr>
            <a:spLocks noGrp="1"/>
          </p:cNvSpPr>
          <p:nvPr>
            <p:ph type="body"/>
          </p:nvPr>
        </p:nvSpPr>
        <p:spPr>
          <a:xfrm>
            <a:off x="685800" y="4400640"/>
            <a:ext cx="5478120" cy="3592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s-ES" sz="2000" spc="-1" strike="noStrike">
                <a:solidFill>
                  <a:srgbClr val="000000"/>
                </a:solidFill>
                <a:latin typeface="Arial"/>
              </a:rPr>
              <a:t>En el caso de la gestión de DNA si se desea agregar un nuevo diagnostico se presiona el botón “Insertar DNA”, una vez introducido los datos necesarios y registrado el nuevo diagnostico, se mostrará en la tabla. Ademas muestra las opciones “Editar” y “Eliminar”</a:t>
            </a:r>
            <a:endParaRPr b="0" lang="es-ES" sz="2000" spc="-1" strike="noStrike">
              <a:solidFill>
                <a:srgbClr val="000000"/>
              </a:solidFill>
              <a:latin typeface="Arial"/>
            </a:endParaRPr>
          </a:p>
        </p:txBody>
      </p:sp>
      <p:sp>
        <p:nvSpPr>
          <p:cNvPr id="375" name="PlaceHolder 3"/>
          <p:cNvSpPr>
            <a:spLocks noGrp="1"/>
          </p:cNvSpPr>
          <p:nvPr>
            <p:ph type="sldNum" idx="60"/>
          </p:nvPr>
        </p:nvSpPr>
        <p:spPr>
          <a:xfrm>
            <a:off x="3884760" y="8685360"/>
            <a:ext cx="2963520" cy="450360"/>
          </a:xfrm>
          <a:prstGeom prst="rect">
            <a:avLst/>
          </a:prstGeom>
          <a:noFill/>
          <a:ln w="0">
            <a:noFill/>
          </a:ln>
        </p:spPr>
        <p:txBody>
          <a:bodyPr lIns="91440" rIns="91440" tIns="45720" bIns="45720" anchor="b">
            <a:noAutofit/>
          </a:bodyPr>
          <a:p>
            <a:pPr indent="0">
              <a:buNone/>
            </a:pPr>
            <a:endParaRPr b="0" lang="es-ES" sz="1400" spc="-1" strike="noStrike">
              <a:solidFill>
                <a:srgbClr val="000000"/>
              </a:solidFill>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6" name="PlaceHolder 1"/>
          <p:cNvSpPr>
            <a:spLocks noGrp="1"/>
          </p:cNvSpPr>
          <p:nvPr>
            <p:ph type="sldImg"/>
          </p:nvPr>
        </p:nvSpPr>
        <p:spPr>
          <a:xfrm>
            <a:off x="685800" y="1143000"/>
            <a:ext cx="5478120" cy="3078000"/>
          </a:xfrm>
          <a:prstGeom prst="rect">
            <a:avLst/>
          </a:prstGeom>
          <a:ln w="0">
            <a:noFill/>
          </a:ln>
        </p:spPr>
      </p:sp>
      <p:sp>
        <p:nvSpPr>
          <p:cNvPr id="377" name="PlaceHolder 2"/>
          <p:cNvSpPr>
            <a:spLocks noGrp="1"/>
          </p:cNvSpPr>
          <p:nvPr>
            <p:ph type="body"/>
          </p:nvPr>
        </p:nvSpPr>
        <p:spPr>
          <a:xfrm>
            <a:off x="685800" y="4400640"/>
            <a:ext cx="5478120" cy="3592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s-ES" sz="2000" spc="-1" strike="noStrike">
                <a:solidFill>
                  <a:srgbClr val="000000"/>
                </a:solidFill>
                <a:latin typeface="Arial"/>
              </a:rPr>
              <a:t>En el caso de la gestión de DNA si se desea agregar un nuevo diagnostico se presiona el botón “Insertar DNA”, una vez introducido los datos necesarios y registrado el nuevo diagnostico, se mostrará en la tabla. Ademas muestra las opciones “Editar” y “Eliminar”</a:t>
            </a:r>
            <a:endParaRPr b="0" lang="es-ES" sz="2000" spc="-1" strike="noStrike">
              <a:solidFill>
                <a:srgbClr val="000000"/>
              </a:solidFill>
              <a:latin typeface="Arial"/>
            </a:endParaRPr>
          </a:p>
        </p:txBody>
      </p:sp>
      <p:sp>
        <p:nvSpPr>
          <p:cNvPr id="378" name="PlaceHolder 3"/>
          <p:cNvSpPr>
            <a:spLocks noGrp="1"/>
          </p:cNvSpPr>
          <p:nvPr>
            <p:ph type="sldNum" idx="61"/>
          </p:nvPr>
        </p:nvSpPr>
        <p:spPr>
          <a:xfrm>
            <a:off x="3884760" y="8685360"/>
            <a:ext cx="2963520" cy="450360"/>
          </a:xfrm>
          <a:prstGeom prst="rect">
            <a:avLst/>
          </a:prstGeom>
          <a:noFill/>
          <a:ln w="0">
            <a:noFill/>
          </a:ln>
        </p:spPr>
        <p:txBody>
          <a:bodyPr lIns="91440" rIns="91440" tIns="45720" bIns="45720" anchor="b">
            <a:noAutofit/>
          </a:bodyPr>
          <a:p>
            <a:pPr indent="0">
              <a:buNone/>
            </a:pPr>
            <a:endParaRPr b="0" lang="es-ES" sz="1400" spc="-1" strike="noStrike">
              <a:solidFill>
                <a:srgbClr val="000000"/>
              </a:solidFill>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 name="PlaceHolder 1"/>
          <p:cNvSpPr>
            <a:spLocks noGrp="1"/>
          </p:cNvSpPr>
          <p:nvPr>
            <p:ph type="sldImg"/>
          </p:nvPr>
        </p:nvSpPr>
        <p:spPr>
          <a:xfrm>
            <a:off x="685800" y="1143000"/>
            <a:ext cx="5478120" cy="3078000"/>
          </a:xfrm>
          <a:prstGeom prst="rect">
            <a:avLst/>
          </a:prstGeom>
          <a:ln w="0">
            <a:noFill/>
          </a:ln>
        </p:spPr>
      </p:sp>
      <p:sp>
        <p:nvSpPr>
          <p:cNvPr id="380" name="PlaceHolder 2"/>
          <p:cNvSpPr>
            <a:spLocks noGrp="1"/>
          </p:cNvSpPr>
          <p:nvPr>
            <p:ph type="body"/>
          </p:nvPr>
        </p:nvSpPr>
        <p:spPr>
          <a:xfrm>
            <a:off x="685800" y="4400640"/>
            <a:ext cx="5478120" cy="3592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s-ES" sz="2000" spc="-1" strike="noStrike">
                <a:solidFill>
                  <a:srgbClr val="000000"/>
                </a:solidFill>
                <a:latin typeface="Arial"/>
              </a:rPr>
              <a:t>En el caso de la gestión de DNA si se desea agregar un nuevo diagnostico se presiona el botón “Insertar DNA”, una vez introducido los datos necesarios y registrado el nuevo diagnostico, se mostrará en la tabla. Ademas muestra las opciones “Editar” y “Eliminar”</a:t>
            </a:r>
            <a:endParaRPr b="0" lang="es-ES" sz="2000" spc="-1" strike="noStrike">
              <a:solidFill>
                <a:srgbClr val="000000"/>
              </a:solidFill>
              <a:latin typeface="Arial"/>
            </a:endParaRPr>
          </a:p>
        </p:txBody>
      </p:sp>
      <p:sp>
        <p:nvSpPr>
          <p:cNvPr id="381" name="PlaceHolder 3"/>
          <p:cNvSpPr>
            <a:spLocks noGrp="1"/>
          </p:cNvSpPr>
          <p:nvPr>
            <p:ph type="sldNum" idx="62"/>
          </p:nvPr>
        </p:nvSpPr>
        <p:spPr>
          <a:xfrm>
            <a:off x="3884760" y="8685360"/>
            <a:ext cx="2963520" cy="450360"/>
          </a:xfrm>
          <a:prstGeom prst="rect">
            <a:avLst/>
          </a:prstGeom>
          <a:noFill/>
          <a:ln w="0">
            <a:noFill/>
          </a:ln>
        </p:spPr>
        <p:txBody>
          <a:bodyPr lIns="91440" rIns="91440" tIns="45720" bIns="45720" anchor="b">
            <a:noAutofit/>
          </a:bodyPr>
          <a:p>
            <a:pPr indent="0">
              <a:buNone/>
            </a:pPr>
            <a:endParaRPr b="0" lang="es-ES" sz="1400" spc="-1" strike="noStrike">
              <a:solidFill>
                <a:srgbClr val="000000"/>
              </a:solidFill>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2" name="PlaceHolder 1"/>
          <p:cNvSpPr>
            <a:spLocks noGrp="1"/>
          </p:cNvSpPr>
          <p:nvPr>
            <p:ph type="sldImg"/>
          </p:nvPr>
        </p:nvSpPr>
        <p:spPr>
          <a:xfrm>
            <a:off x="685800" y="1143000"/>
            <a:ext cx="5478120" cy="3078000"/>
          </a:xfrm>
          <a:prstGeom prst="rect">
            <a:avLst/>
          </a:prstGeom>
          <a:ln w="0">
            <a:noFill/>
          </a:ln>
        </p:spPr>
      </p:sp>
      <p:sp>
        <p:nvSpPr>
          <p:cNvPr id="383" name="PlaceHolder 2"/>
          <p:cNvSpPr>
            <a:spLocks noGrp="1"/>
          </p:cNvSpPr>
          <p:nvPr>
            <p:ph type="body"/>
          </p:nvPr>
        </p:nvSpPr>
        <p:spPr>
          <a:xfrm>
            <a:off x="685800" y="4400640"/>
            <a:ext cx="5478120" cy="3592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s-ES" sz="2000" spc="-1" strike="noStrike">
                <a:solidFill>
                  <a:srgbClr val="000000"/>
                </a:solidFill>
                <a:latin typeface="Arial"/>
              </a:rPr>
              <a:t>En el caso de la gestión de DNA si se desea agregar un nuevo diagnostico se presiona el botón “Insertar DNA”, una vez introducido los datos necesarios y registrado el nuevo diagnostico, se mostrará en la tabla. Ademas muestra las opciones “Editar” y “Eliminar”</a:t>
            </a:r>
            <a:endParaRPr b="0" lang="es-ES" sz="2000" spc="-1" strike="noStrike">
              <a:solidFill>
                <a:srgbClr val="000000"/>
              </a:solidFill>
              <a:latin typeface="Arial"/>
            </a:endParaRPr>
          </a:p>
        </p:txBody>
      </p:sp>
      <p:sp>
        <p:nvSpPr>
          <p:cNvPr id="384" name="PlaceHolder 3"/>
          <p:cNvSpPr>
            <a:spLocks noGrp="1"/>
          </p:cNvSpPr>
          <p:nvPr>
            <p:ph type="sldNum" idx="63"/>
          </p:nvPr>
        </p:nvSpPr>
        <p:spPr>
          <a:xfrm>
            <a:off x="3884760" y="8685360"/>
            <a:ext cx="2963520" cy="450360"/>
          </a:xfrm>
          <a:prstGeom prst="rect">
            <a:avLst/>
          </a:prstGeom>
          <a:noFill/>
          <a:ln w="0">
            <a:noFill/>
          </a:ln>
        </p:spPr>
        <p:txBody>
          <a:bodyPr lIns="91440" rIns="91440" tIns="45720" bIns="45720" anchor="b">
            <a:noAutofit/>
          </a:bodyPr>
          <a:p>
            <a:pPr indent="0">
              <a:buNone/>
            </a:pPr>
            <a:endParaRPr b="0" lang="es-ES" sz="1400" spc="-1" strike="noStrike">
              <a:solidFill>
                <a:srgbClr val="000000"/>
              </a:solidFill>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5" name="PlaceHolder 1"/>
          <p:cNvSpPr>
            <a:spLocks noGrp="1"/>
          </p:cNvSpPr>
          <p:nvPr>
            <p:ph type="sldImg"/>
          </p:nvPr>
        </p:nvSpPr>
        <p:spPr>
          <a:xfrm>
            <a:off x="685800" y="1143000"/>
            <a:ext cx="5481360" cy="3081240"/>
          </a:xfrm>
          <a:prstGeom prst="rect">
            <a:avLst/>
          </a:prstGeom>
          <a:ln w="0">
            <a:noFill/>
          </a:ln>
        </p:spPr>
      </p:sp>
      <p:sp>
        <p:nvSpPr>
          <p:cNvPr id="386" name="PlaceHolder 2"/>
          <p:cNvSpPr>
            <a:spLocks noGrp="1"/>
          </p:cNvSpPr>
          <p:nvPr>
            <p:ph type="body"/>
          </p:nvPr>
        </p:nvSpPr>
        <p:spPr>
          <a:xfrm>
            <a:off x="685800" y="4400640"/>
            <a:ext cx="5481360" cy="35953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s-ES" sz="2000" spc="-1" strike="noStrike">
                <a:solidFill>
                  <a:srgbClr val="000000"/>
                </a:solidFill>
                <a:latin typeface="Arial"/>
              </a:rPr>
              <a:t>El patrón de arquitectura del software utilizado es  el Modelo – Vista – Controlador, como se muestra en la Figura . Este patrón es el que implementa el framework CodeIgniter. Se destaca porque separa en varios grupos las complejidades de las distintas partes que componen el sistema, como la vista y la lógica, así como el acceso a la base de datos.</a:t>
            </a:r>
            <a:endParaRPr b="0" lang="es-ES" sz="2000" spc="-1" strike="noStrike">
              <a:solidFill>
                <a:srgbClr val="000000"/>
              </a:solidFill>
              <a:latin typeface="Arial"/>
            </a:endParaRPr>
          </a:p>
        </p:txBody>
      </p:sp>
      <p:sp>
        <p:nvSpPr>
          <p:cNvPr id="387" name="PlaceHolder 3"/>
          <p:cNvSpPr>
            <a:spLocks noGrp="1"/>
          </p:cNvSpPr>
          <p:nvPr>
            <p:ph type="sldNum" idx="64"/>
          </p:nvPr>
        </p:nvSpPr>
        <p:spPr>
          <a:xfrm>
            <a:off x="3884760" y="8685360"/>
            <a:ext cx="2966760" cy="453600"/>
          </a:xfrm>
          <a:prstGeom prst="rect">
            <a:avLst/>
          </a:prstGeom>
          <a:noFill/>
          <a:ln w="0">
            <a:noFill/>
          </a:ln>
        </p:spPr>
        <p:txBody>
          <a:bodyPr lIns="91440" rIns="91440" tIns="45720" bIns="45720" anchor="b">
            <a:noAutofit/>
          </a:bodyPr>
          <a:p>
            <a:pPr indent="0">
              <a:buNone/>
            </a:pPr>
            <a:endParaRPr b="0" lang="es-ES" sz="1400" spc="-1" strike="noStrike">
              <a:solidFill>
                <a:srgbClr val="000000"/>
              </a:solidFill>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8" name="PlaceHolder 1"/>
          <p:cNvSpPr>
            <a:spLocks noGrp="1"/>
          </p:cNvSpPr>
          <p:nvPr>
            <p:ph type="sldImg"/>
          </p:nvPr>
        </p:nvSpPr>
        <p:spPr>
          <a:xfrm>
            <a:off x="685800" y="1143000"/>
            <a:ext cx="5480640" cy="3080520"/>
          </a:xfrm>
          <a:prstGeom prst="rect">
            <a:avLst/>
          </a:prstGeom>
          <a:ln w="0">
            <a:noFill/>
          </a:ln>
        </p:spPr>
      </p:sp>
      <p:sp>
        <p:nvSpPr>
          <p:cNvPr id="389" name="PlaceHolder 2"/>
          <p:cNvSpPr>
            <a:spLocks noGrp="1"/>
          </p:cNvSpPr>
          <p:nvPr>
            <p:ph type="body"/>
          </p:nvPr>
        </p:nvSpPr>
        <p:spPr>
          <a:xfrm>
            <a:off x="685800" y="4400640"/>
            <a:ext cx="5480640" cy="3594600"/>
          </a:xfrm>
          <a:prstGeom prst="rect">
            <a:avLst/>
          </a:prstGeom>
          <a:noFill/>
          <a:ln w="0">
            <a:noFill/>
          </a:ln>
        </p:spPr>
        <p:txBody>
          <a:bodyPr lIns="91440" rIns="91440" tIns="45720" bIns="45720" anchor="t">
            <a:noAutofit/>
          </a:bodyPr>
          <a:p>
            <a:pPr marL="216000" indent="-216000">
              <a:buNone/>
            </a:pPr>
            <a:endParaRPr b="0" lang="es-ES" sz="1800" spc="-1" strike="noStrike">
              <a:solidFill>
                <a:srgbClr val="000000"/>
              </a:solidFill>
              <a:latin typeface="Arial"/>
            </a:endParaRPr>
          </a:p>
        </p:txBody>
      </p:sp>
      <p:sp>
        <p:nvSpPr>
          <p:cNvPr id="390" name="PlaceHolder 3"/>
          <p:cNvSpPr>
            <a:spLocks noGrp="1"/>
          </p:cNvSpPr>
          <p:nvPr>
            <p:ph type="sldNum" idx="65"/>
          </p:nvPr>
        </p:nvSpPr>
        <p:spPr>
          <a:xfrm>
            <a:off x="3884760" y="8685360"/>
            <a:ext cx="2966040" cy="452880"/>
          </a:xfrm>
          <a:prstGeom prst="rect">
            <a:avLst/>
          </a:prstGeom>
          <a:noFill/>
          <a:ln w="0">
            <a:noFill/>
          </a:ln>
        </p:spPr>
        <p:txBody>
          <a:bodyPr lIns="91440" rIns="91440" tIns="45720" bIns="45720" anchor="b">
            <a:noAutofit/>
          </a:bodyPr>
          <a:p>
            <a:pPr indent="0">
              <a:buNone/>
            </a:pPr>
            <a:endParaRPr b="0" lang="es-ES" sz="1400" spc="-1" strike="noStrike">
              <a:solidFill>
                <a:srgbClr val="000000"/>
              </a:solidFill>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1" name="PlaceHolder 1"/>
          <p:cNvSpPr>
            <a:spLocks noGrp="1"/>
          </p:cNvSpPr>
          <p:nvPr>
            <p:ph type="sldImg"/>
          </p:nvPr>
        </p:nvSpPr>
        <p:spPr>
          <a:xfrm>
            <a:off x="685800" y="1143000"/>
            <a:ext cx="5479560" cy="3079440"/>
          </a:xfrm>
          <a:prstGeom prst="rect">
            <a:avLst/>
          </a:prstGeom>
          <a:ln w="0">
            <a:noFill/>
          </a:ln>
        </p:spPr>
      </p:sp>
      <p:sp>
        <p:nvSpPr>
          <p:cNvPr id="392" name="PlaceHolder 2"/>
          <p:cNvSpPr>
            <a:spLocks noGrp="1"/>
          </p:cNvSpPr>
          <p:nvPr>
            <p:ph type="body"/>
          </p:nvPr>
        </p:nvSpPr>
        <p:spPr>
          <a:xfrm>
            <a:off x="685800" y="4400640"/>
            <a:ext cx="5479560" cy="3593520"/>
          </a:xfrm>
          <a:prstGeom prst="rect">
            <a:avLst/>
          </a:prstGeom>
          <a:noFill/>
          <a:ln w="0">
            <a:noFill/>
          </a:ln>
        </p:spPr>
        <p:txBody>
          <a:bodyPr lIns="91440" rIns="91440" tIns="45720" bIns="45720" anchor="t">
            <a:noAutofit/>
          </a:bodyPr>
          <a:p>
            <a:pPr marL="216000" indent="-216000">
              <a:buNone/>
            </a:pPr>
            <a:endParaRPr b="0" lang="es-ES" sz="1800" spc="-1" strike="noStrike">
              <a:solidFill>
                <a:srgbClr val="000000"/>
              </a:solidFill>
              <a:latin typeface="Arial"/>
            </a:endParaRPr>
          </a:p>
        </p:txBody>
      </p:sp>
      <p:sp>
        <p:nvSpPr>
          <p:cNvPr id="393" name="PlaceHolder 3"/>
          <p:cNvSpPr>
            <a:spLocks noGrp="1"/>
          </p:cNvSpPr>
          <p:nvPr>
            <p:ph type="sldNum" idx="66"/>
          </p:nvPr>
        </p:nvSpPr>
        <p:spPr>
          <a:xfrm>
            <a:off x="3884760" y="8685360"/>
            <a:ext cx="2964960" cy="451800"/>
          </a:xfrm>
          <a:prstGeom prst="rect">
            <a:avLst/>
          </a:prstGeom>
          <a:noFill/>
          <a:ln w="0">
            <a:noFill/>
          </a:ln>
        </p:spPr>
        <p:txBody>
          <a:bodyPr lIns="91440" rIns="91440" tIns="45720" bIns="45720" anchor="b">
            <a:noAutofit/>
          </a:bodyPr>
          <a:p>
            <a:pPr indent="0">
              <a:buNone/>
            </a:pPr>
            <a:endParaRPr b="0" lang="es-ES" sz="1400" spc="-1" strike="noStrike">
              <a:solidFill>
                <a:srgbClr val="000000"/>
              </a:solidFill>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4" name="PlaceHolder 1"/>
          <p:cNvSpPr>
            <a:spLocks noGrp="1"/>
          </p:cNvSpPr>
          <p:nvPr>
            <p:ph type="sldImg"/>
          </p:nvPr>
        </p:nvSpPr>
        <p:spPr>
          <a:xfrm>
            <a:off x="685800" y="1143000"/>
            <a:ext cx="5478120" cy="3078000"/>
          </a:xfrm>
          <a:prstGeom prst="rect">
            <a:avLst/>
          </a:prstGeom>
          <a:ln w="0">
            <a:noFill/>
          </a:ln>
        </p:spPr>
      </p:sp>
      <p:sp>
        <p:nvSpPr>
          <p:cNvPr id="395" name="PlaceHolder 2"/>
          <p:cNvSpPr>
            <a:spLocks noGrp="1"/>
          </p:cNvSpPr>
          <p:nvPr>
            <p:ph type="body"/>
          </p:nvPr>
        </p:nvSpPr>
        <p:spPr>
          <a:xfrm>
            <a:off x="685800" y="4400640"/>
            <a:ext cx="5478120" cy="3592080"/>
          </a:xfrm>
          <a:prstGeom prst="rect">
            <a:avLst/>
          </a:prstGeom>
          <a:noFill/>
          <a:ln w="0">
            <a:noFill/>
          </a:ln>
        </p:spPr>
        <p:txBody>
          <a:bodyPr lIns="91440" rIns="91440" tIns="45720" bIns="45720" anchor="t">
            <a:noAutofit/>
          </a:bodyPr>
          <a:p>
            <a:pPr marL="216000" indent="-216000">
              <a:buNone/>
            </a:pPr>
            <a:endParaRPr b="0" lang="es-ES" sz="1800" spc="-1" strike="noStrike">
              <a:solidFill>
                <a:srgbClr val="000000"/>
              </a:solidFill>
              <a:latin typeface="Arial"/>
            </a:endParaRPr>
          </a:p>
        </p:txBody>
      </p:sp>
      <p:sp>
        <p:nvSpPr>
          <p:cNvPr id="396" name="PlaceHolder 3"/>
          <p:cNvSpPr>
            <a:spLocks noGrp="1"/>
          </p:cNvSpPr>
          <p:nvPr>
            <p:ph type="sldNum" idx="67"/>
          </p:nvPr>
        </p:nvSpPr>
        <p:spPr>
          <a:xfrm>
            <a:off x="3884760" y="8685360"/>
            <a:ext cx="2963520" cy="450360"/>
          </a:xfrm>
          <a:prstGeom prst="rect">
            <a:avLst/>
          </a:prstGeom>
          <a:noFill/>
          <a:ln w="0">
            <a:noFill/>
          </a:ln>
        </p:spPr>
        <p:txBody>
          <a:bodyPr lIns="91440" rIns="91440" tIns="45720" bIns="45720" anchor="b">
            <a:noAutofit/>
          </a:bodyPr>
          <a:p>
            <a:pPr indent="0">
              <a:buNone/>
            </a:pPr>
            <a:endParaRPr b="0" lang="es-ES" sz="1400" spc="-1" strike="noStrike">
              <a:solidFill>
                <a:srgbClr val="000000"/>
              </a:solidFill>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PlaceHolder 1"/>
          <p:cNvSpPr>
            <a:spLocks noGrp="1"/>
          </p:cNvSpPr>
          <p:nvPr>
            <p:ph type="sldImg"/>
          </p:nvPr>
        </p:nvSpPr>
        <p:spPr>
          <a:xfrm>
            <a:off x="685800" y="1143000"/>
            <a:ext cx="5478120" cy="3078000"/>
          </a:xfrm>
          <a:prstGeom prst="rect">
            <a:avLst/>
          </a:prstGeom>
          <a:ln w="0">
            <a:noFill/>
          </a:ln>
        </p:spPr>
      </p:sp>
      <p:sp>
        <p:nvSpPr>
          <p:cNvPr id="398" name="PlaceHolder 2"/>
          <p:cNvSpPr>
            <a:spLocks noGrp="1"/>
          </p:cNvSpPr>
          <p:nvPr>
            <p:ph type="body"/>
          </p:nvPr>
        </p:nvSpPr>
        <p:spPr>
          <a:xfrm>
            <a:off x="685800" y="4400640"/>
            <a:ext cx="5478120" cy="3592080"/>
          </a:xfrm>
          <a:prstGeom prst="rect">
            <a:avLst/>
          </a:prstGeom>
          <a:noFill/>
          <a:ln w="0">
            <a:noFill/>
          </a:ln>
        </p:spPr>
        <p:txBody>
          <a:bodyPr lIns="91440" rIns="91440" tIns="45720" bIns="45720" anchor="t">
            <a:noAutofit/>
          </a:bodyPr>
          <a:p>
            <a:pPr marL="216000" indent="-216000">
              <a:buNone/>
            </a:pPr>
            <a:endParaRPr b="0" lang="es-ES" sz="1800" spc="-1" strike="noStrike">
              <a:solidFill>
                <a:srgbClr val="000000"/>
              </a:solidFill>
              <a:latin typeface="Arial"/>
            </a:endParaRPr>
          </a:p>
        </p:txBody>
      </p:sp>
      <p:sp>
        <p:nvSpPr>
          <p:cNvPr id="399" name="PlaceHolder 3"/>
          <p:cNvSpPr>
            <a:spLocks noGrp="1"/>
          </p:cNvSpPr>
          <p:nvPr>
            <p:ph type="sldNum" idx="68"/>
          </p:nvPr>
        </p:nvSpPr>
        <p:spPr>
          <a:xfrm>
            <a:off x="3884760" y="8685360"/>
            <a:ext cx="2963520" cy="450360"/>
          </a:xfrm>
          <a:prstGeom prst="rect">
            <a:avLst/>
          </a:prstGeom>
          <a:noFill/>
          <a:ln w="0">
            <a:noFill/>
          </a:ln>
        </p:spPr>
        <p:txBody>
          <a:bodyPr lIns="91440" rIns="91440" tIns="45720" bIns="45720" anchor="b">
            <a:noAutofit/>
          </a:bodyPr>
          <a:p>
            <a:pPr indent="0">
              <a:buNone/>
            </a:pPr>
            <a:endParaRPr b="0" lang="es-ES" sz="1400" spc="-1" strike="noStrike">
              <a:solidFill>
                <a:srgbClr val="000000"/>
              </a:solidFill>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0" name="PlaceHolder 1"/>
          <p:cNvSpPr>
            <a:spLocks noGrp="1"/>
          </p:cNvSpPr>
          <p:nvPr>
            <p:ph type="sldImg"/>
          </p:nvPr>
        </p:nvSpPr>
        <p:spPr>
          <a:xfrm>
            <a:off x="685800" y="1143000"/>
            <a:ext cx="5479560" cy="3079440"/>
          </a:xfrm>
          <a:prstGeom prst="rect">
            <a:avLst/>
          </a:prstGeom>
          <a:ln w="0">
            <a:noFill/>
          </a:ln>
        </p:spPr>
      </p:sp>
      <p:sp>
        <p:nvSpPr>
          <p:cNvPr id="401" name="PlaceHolder 2"/>
          <p:cNvSpPr>
            <a:spLocks noGrp="1"/>
          </p:cNvSpPr>
          <p:nvPr>
            <p:ph type="body"/>
          </p:nvPr>
        </p:nvSpPr>
        <p:spPr>
          <a:xfrm>
            <a:off x="685800" y="4400640"/>
            <a:ext cx="5479560" cy="3593520"/>
          </a:xfrm>
          <a:prstGeom prst="rect">
            <a:avLst/>
          </a:prstGeom>
          <a:noFill/>
          <a:ln w="0">
            <a:noFill/>
          </a:ln>
        </p:spPr>
        <p:txBody>
          <a:bodyPr lIns="91440" rIns="91440" tIns="45720" bIns="45720" anchor="t">
            <a:noAutofit/>
          </a:bodyPr>
          <a:p>
            <a:pPr marL="216000" indent="-216000">
              <a:buNone/>
            </a:pPr>
            <a:endParaRPr b="0" lang="es-ES" sz="1800" spc="-1" strike="noStrike">
              <a:solidFill>
                <a:srgbClr val="000000"/>
              </a:solidFill>
              <a:latin typeface="Arial"/>
            </a:endParaRPr>
          </a:p>
        </p:txBody>
      </p:sp>
      <p:sp>
        <p:nvSpPr>
          <p:cNvPr id="402" name="PlaceHolder 3"/>
          <p:cNvSpPr>
            <a:spLocks noGrp="1"/>
          </p:cNvSpPr>
          <p:nvPr>
            <p:ph type="sldNum" idx="69"/>
          </p:nvPr>
        </p:nvSpPr>
        <p:spPr>
          <a:xfrm>
            <a:off x="3884760" y="8685360"/>
            <a:ext cx="2964960" cy="451800"/>
          </a:xfrm>
          <a:prstGeom prst="rect">
            <a:avLst/>
          </a:prstGeom>
          <a:noFill/>
          <a:ln w="0">
            <a:noFill/>
          </a:ln>
        </p:spPr>
        <p:txBody>
          <a:bodyPr lIns="91440" rIns="91440" tIns="45720" bIns="45720" anchor="b">
            <a:noAutofit/>
          </a:bodyPr>
          <a:p>
            <a:pPr indent="0">
              <a:buNone/>
            </a:pPr>
            <a:endParaRPr b="0" lang="es-ES" sz="14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iapositiva de título">
    <p:spTree>
      <p:nvGrpSpPr>
        <p:cNvPr id="1" name=""/>
        <p:cNvGrpSpPr/>
        <p:nvPr/>
      </p:nvGrpSpPr>
      <p:grpSpPr>
        <a:xfrm>
          <a:off x="0" y="0"/>
          <a:ext cx="0" cy="0"/>
          <a:chOff x="0" y="0"/>
          <a:chExt cx="0" cy="0"/>
        </a:xfrm>
      </p:grpSpPr>
      <p:sp>
        <p:nvSpPr>
          <p:cNvPr id="4"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5"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s-E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A93CA88E-7A09-4390-BA5D-8CA15539918C}" type="slidenum">
              <a:t>&lt;#&gt;</a:t>
            </a:fld>
          </a:p>
        </p:txBody>
      </p:sp>
      <p:sp>
        <p:nvSpPr>
          <p:cNvPr id="6" name="PlaceHolder 5"/>
          <p:cNvSpPr>
            <a:spLocks noGrp="1"/>
          </p:cNvSpPr>
          <p:nvPr>
            <p:ph type="dt" idx="3"/>
          </p:nvPr>
        </p:nvSpPr>
        <p:spPr/>
        <p:txBody>
          <a:bodyPr/>
          <a:p>
            <a:r>
              <a:rPr lang="es-E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Predeterminado">
    <p:spTree>
      <p:nvGrpSpPr>
        <p:cNvPr id="1" name=""/>
        <p:cNvGrpSpPr/>
        <p:nvPr/>
      </p:nvGrpSpPr>
      <p:grpSpPr>
        <a:xfrm>
          <a:off x="0" y="0"/>
          <a:ext cx="0" cy="0"/>
          <a:chOff x="0" y="0"/>
          <a:chExt cx="0" cy="0"/>
        </a:xfrm>
      </p:grpSpPr>
      <p:sp>
        <p:nvSpPr>
          <p:cNvPr id="11"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2"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s-ES"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CF6E7736-848A-4BA0-8CF4-46CC40429369}" type="slidenum">
              <a:t>&lt;#&gt;</a:t>
            </a:fld>
          </a:p>
        </p:txBody>
      </p:sp>
      <p:sp>
        <p:nvSpPr>
          <p:cNvPr id="6" name="PlaceHolder 5"/>
          <p:cNvSpPr>
            <a:spLocks noGrp="1"/>
          </p:cNvSpPr>
          <p:nvPr>
            <p:ph type="dt" idx="6"/>
          </p:nvPr>
        </p:nvSpPr>
        <p:spPr/>
        <p:txBody>
          <a:bodyPr/>
          <a:p>
            <a:r>
              <a:rPr lang="es-E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ítulo y texto vertical">
    <p:spTree>
      <p:nvGrpSpPr>
        <p:cNvPr id="1" name=""/>
        <p:cNvGrpSpPr/>
        <p:nvPr/>
      </p:nvGrpSpPr>
      <p:grpSpPr>
        <a:xfrm>
          <a:off x="0" y="0"/>
          <a:ext cx="0" cy="0"/>
          <a:chOff x="0" y="0"/>
          <a:chExt cx="0" cy="0"/>
        </a:xfrm>
      </p:grpSpPr>
      <p:sp>
        <p:nvSpPr>
          <p:cNvPr id="17"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8"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s-ES" sz="3200" spc="-1" strike="noStrike">
              <a:solidFill>
                <a:srgbClr val="000000"/>
              </a:solidFill>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8E68B62C-F120-46E4-BD31-A966B4DB11E5}" type="slidenum">
              <a:t>&lt;#&gt;</a:t>
            </a:fld>
          </a:p>
        </p:txBody>
      </p:sp>
      <p:sp>
        <p:nvSpPr>
          <p:cNvPr id="6" name="PlaceHolder 5"/>
          <p:cNvSpPr>
            <a:spLocks noGrp="1"/>
          </p:cNvSpPr>
          <p:nvPr>
            <p:ph type="dt" idx="9"/>
          </p:nvPr>
        </p:nvSpPr>
        <p:spPr/>
        <p:txBody>
          <a:bodyPr/>
          <a:p>
            <a:r>
              <a:rPr lang="es-E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ítulo vertical y texto">
    <p:spTree>
      <p:nvGrpSpPr>
        <p:cNvPr id="1" name=""/>
        <p:cNvGrpSpPr/>
        <p:nvPr/>
      </p:nvGrpSpPr>
      <p:grpSpPr>
        <a:xfrm>
          <a:off x="0" y="0"/>
          <a:ext cx="0" cy="0"/>
          <a:chOff x="0" y="0"/>
          <a:chExt cx="0" cy="0"/>
        </a:xfrm>
      </p:grpSpPr>
      <p:sp>
        <p:nvSpPr>
          <p:cNvPr id="23"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24"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s-ES"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981EE338-9A0C-4DE5-BB4D-C0D0E3268A44}" type="slidenum">
              <a:t>&lt;#&gt;</a:t>
            </a:fld>
          </a:p>
        </p:txBody>
      </p:sp>
      <p:sp>
        <p:nvSpPr>
          <p:cNvPr id="6" name="PlaceHolder 5"/>
          <p:cNvSpPr>
            <a:spLocks noGrp="1"/>
          </p:cNvSpPr>
          <p:nvPr>
            <p:ph type="dt" idx="12"/>
          </p:nvPr>
        </p:nvSpPr>
        <p:spPr/>
        <p:txBody>
          <a:bodyPr/>
          <a:p>
            <a:r>
              <a:rPr lang="es-E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ítulo y objetos">
    <p:spTree>
      <p:nvGrpSpPr>
        <p:cNvPr id="1" name=""/>
        <p:cNvGrpSpPr/>
        <p:nvPr/>
      </p:nvGrpSpPr>
      <p:grpSpPr>
        <a:xfrm>
          <a:off x="0" y="0"/>
          <a:ext cx="0" cy="0"/>
          <a:chOff x="0" y="0"/>
          <a:chExt cx="0" cy="0"/>
        </a:xfrm>
      </p:grpSpPr>
      <p:sp>
        <p:nvSpPr>
          <p:cNvPr id="29"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30"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s-ES" sz="3200" spc="-1" strike="noStrike">
              <a:solidFill>
                <a:srgbClr val="000000"/>
              </a:solidFill>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A9E669E6-A182-4FED-AB6F-186EE1878950}" type="slidenum">
              <a:t>&lt;#&gt;</a:t>
            </a:fld>
          </a:p>
        </p:txBody>
      </p:sp>
      <p:sp>
        <p:nvSpPr>
          <p:cNvPr id="6" name="PlaceHolder 5"/>
          <p:cNvSpPr>
            <a:spLocks noGrp="1"/>
          </p:cNvSpPr>
          <p:nvPr>
            <p:ph type="dt" idx="15"/>
          </p:nvPr>
        </p:nvSpPr>
        <p:spPr/>
        <p:txBody>
          <a:bodyPr/>
          <a:p>
            <a:r>
              <a:rPr lang="es-E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Encabezado de sección">
    <p:spTree>
      <p:nvGrpSpPr>
        <p:cNvPr id="1" name=""/>
        <p:cNvGrpSpPr/>
        <p:nvPr/>
      </p:nvGrpSpPr>
      <p:grpSpPr>
        <a:xfrm>
          <a:off x="0" y="0"/>
          <a:ext cx="0" cy="0"/>
          <a:chOff x="0" y="0"/>
          <a:chExt cx="0" cy="0"/>
        </a:xfrm>
      </p:grpSpPr>
      <p:sp>
        <p:nvSpPr>
          <p:cNvPr id="35"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36"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s-ES" sz="3200" spc="-1" strike="noStrike">
              <a:solidFill>
                <a:srgbClr val="000000"/>
              </a:solidFill>
              <a:latin typeface="Arial"/>
            </a:endParaRPr>
          </a:p>
        </p:txBody>
      </p:sp>
      <p:sp>
        <p:nvSpPr>
          <p:cNvPr id="4" name="PlaceHolder 3"/>
          <p:cNvSpPr>
            <a:spLocks noGrp="1"/>
          </p:cNvSpPr>
          <p:nvPr>
            <p:ph type="ftr" idx="16"/>
          </p:nvPr>
        </p:nvSpPr>
        <p:spPr/>
        <p:txBody>
          <a:bodyPr/>
          <a:p>
            <a:r>
              <a:t>Footer</a:t>
            </a:r>
          </a:p>
        </p:txBody>
      </p:sp>
      <p:sp>
        <p:nvSpPr>
          <p:cNvPr id="5" name="PlaceHolder 4"/>
          <p:cNvSpPr>
            <a:spLocks noGrp="1"/>
          </p:cNvSpPr>
          <p:nvPr>
            <p:ph type="sldNum" idx="17"/>
          </p:nvPr>
        </p:nvSpPr>
        <p:spPr/>
        <p:txBody>
          <a:bodyPr/>
          <a:p>
            <a:fld id="{8EA7AAF8-BB9B-42C7-B900-90453224E679}" type="slidenum">
              <a:t>&lt;#&gt;</a:t>
            </a:fld>
          </a:p>
        </p:txBody>
      </p:sp>
      <p:sp>
        <p:nvSpPr>
          <p:cNvPr id="6" name="PlaceHolder 5"/>
          <p:cNvSpPr>
            <a:spLocks noGrp="1"/>
          </p:cNvSpPr>
          <p:nvPr>
            <p:ph type="dt" idx="18"/>
          </p:nvPr>
        </p:nvSpPr>
        <p:spPr/>
        <p:txBody>
          <a:bodyPr/>
          <a:p>
            <a:r>
              <a:rPr lang="es-E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os objetos">
    <p:spTree>
      <p:nvGrpSpPr>
        <p:cNvPr id="1" name=""/>
        <p:cNvGrpSpPr/>
        <p:nvPr/>
      </p:nvGrpSpPr>
      <p:grpSpPr>
        <a:xfrm>
          <a:off x="0" y="0"/>
          <a:ext cx="0" cy="0"/>
          <a:chOff x="0" y="0"/>
          <a:chExt cx="0" cy="0"/>
        </a:xfrm>
      </p:grpSpPr>
      <p:sp>
        <p:nvSpPr>
          <p:cNvPr id="41"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42"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s-ES" sz="3200" spc="-1" strike="noStrike">
              <a:solidFill>
                <a:srgbClr val="000000"/>
              </a:solidFill>
              <a:latin typeface="Arial"/>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60C005C0-564B-4E6F-B538-25AA87497793}" type="slidenum">
              <a:t>&lt;#&gt;</a:t>
            </a:fld>
          </a:p>
        </p:txBody>
      </p:sp>
      <p:sp>
        <p:nvSpPr>
          <p:cNvPr id="6" name="PlaceHolder 5"/>
          <p:cNvSpPr>
            <a:spLocks noGrp="1"/>
          </p:cNvSpPr>
          <p:nvPr>
            <p:ph type="dt" idx="21"/>
          </p:nvPr>
        </p:nvSpPr>
        <p:spPr/>
        <p:txBody>
          <a:bodyPr/>
          <a:p>
            <a:r>
              <a:rPr lang="es-E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Comparación">
    <p:spTree>
      <p:nvGrpSpPr>
        <p:cNvPr id="1" name=""/>
        <p:cNvGrpSpPr/>
        <p:nvPr/>
      </p:nvGrpSpPr>
      <p:grpSpPr>
        <a:xfrm>
          <a:off x="0" y="0"/>
          <a:ext cx="0" cy="0"/>
          <a:chOff x="0" y="0"/>
          <a:chExt cx="0" cy="0"/>
        </a:xfrm>
      </p:grpSpPr>
      <p:sp>
        <p:nvSpPr>
          <p:cNvPr id="47"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48"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s-ES" sz="3200" spc="-1" strike="noStrike">
              <a:solidFill>
                <a:srgbClr val="000000"/>
              </a:solidFill>
              <a:latin typeface="Arial"/>
            </a:endParaRPr>
          </a:p>
        </p:txBody>
      </p:sp>
      <p:sp>
        <p:nvSpPr>
          <p:cNvPr id="4" name="PlaceHolder 3"/>
          <p:cNvSpPr>
            <a:spLocks noGrp="1"/>
          </p:cNvSpPr>
          <p:nvPr>
            <p:ph type="ftr" idx="22"/>
          </p:nvPr>
        </p:nvSpPr>
        <p:spPr/>
        <p:txBody>
          <a:bodyPr/>
          <a:p>
            <a:r>
              <a:t>Footer</a:t>
            </a:r>
          </a:p>
        </p:txBody>
      </p:sp>
      <p:sp>
        <p:nvSpPr>
          <p:cNvPr id="5" name="PlaceHolder 4"/>
          <p:cNvSpPr>
            <a:spLocks noGrp="1"/>
          </p:cNvSpPr>
          <p:nvPr>
            <p:ph type="sldNum" idx="23"/>
          </p:nvPr>
        </p:nvSpPr>
        <p:spPr/>
        <p:txBody>
          <a:bodyPr/>
          <a:p>
            <a:fld id="{9F889D09-E7F2-4489-BC34-F614B1445D61}" type="slidenum">
              <a:t>&lt;#&gt;</a:t>
            </a:fld>
          </a:p>
        </p:txBody>
      </p:sp>
      <p:sp>
        <p:nvSpPr>
          <p:cNvPr id="6" name="PlaceHolder 5"/>
          <p:cNvSpPr>
            <a:spLocks noGrp="1"/>
          </p:cNvSpPr>
          <p:nvPr>
            <p:ph type="dt" idx="24"/>
          </p:nvPr>
        </p:nvSpPr>
        <p:spPr/>
        <p:txBody>
          <a:bodyPr/>
          <a:p>
            <a:r>
              <a:rPr lang="es-E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Solo el título">
    <p:spTree>
      <p:nvGrpSpPr>
        <p:cNvPr id="1" name=""/>
        <p:cNvGrpSpPr/>
        <p:nvPr/>
      </p:nvGrpSpPr>
      <p:grpSpPr>
        <a:xfrm>
          <a:off x="0" y="0"/>
          <a:ext cx="0" cy="0"/>
          <a:chOff x="0" y="0"/>
          <a:chExt cx="0" cy="0"/>
        </a:xfrm>
      </p:grpSpPr>
      <p:sp>
        <p:nvSpPr>
          <p:cNvPr id="53"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54"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s-ES" sz="3200" spc="-1" strike="noStrike">
              <a:solidFill>
                <a:srgbClr val="000000"/>
              </a:solidFill>
              <a:latin typeface="Arial"/>
            </a:endParaRPr>
          </a:p>
        </p:txBody>
      </p:sp>
      <p:sp>
        <p:nvSpPr>
          <p:cNvPr id="4" name="PlaceHolder 3"/>
          <p:cNvSpPr>
            <a:spLocks noGrp="1"/>
          </p:cNvSpPr>
          <p:nvPr>
            <p:ph type="ftr" idx="25"/>
          </p:nvPr>
        </p:nvSpPr>
        <p:spPr/>
        <p:txBody>
          <a:bodyPr/>
          <a:p>
            <a:r>
              <a:t>Footer</a:t>
            </a:r>
          </a:p>
        </p:txBody>
      </p:sp>
      <p:sp>
        <p:nvSpPr>
          <p:cNvPr id="5" name="PlaceHolder 4"/>
          <p:cNvSpPr>
            <a:spLocks noGrp="1"/>
          </p:cNvSpPr>
          <p:nvPr>
            <p:ph type="sldNum" idx="26"/>
          </p:nvPr>
        </p:nvSpPr>
        <p:spPr/>
        <p:txBody>
          <a:bodyPr/>
          <a:p>
            <a:fld id="{02B82DFA-A5C2-4E06-83B0-3F89515FEF6A}" type="slidenum">
              <a:t>&lt;#&gt;</a:t>
            </a:fld>
          </a:p>
        </p:txBody>
      </p:sp>
      <p:sp>
        <p:nvSpPr>
          <p:cNvPr id="6" name="PlaceHolder 5"/>
          <p:cNvSpPr>
            <a:spLocks noGrp="1"/>
          </p:cNvSpPr>
          <p:nvPr>
            <p:ph type="dt" idx="27"/>
          </p:nvPr>
        </p:nvSpPr>
        <p:spPr/>
        <p:txBody>
          <a:bodyPr/>
          <a:p>
            <a:r>
              <a:rPr lang="es-E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En blanco">
    <p:spTree>
      <p:nvGrpSpPr>
        <p:cNvPr id="1" name=""/>
        <p:cNvGrpSpPr/>
        <p:nvPr/>
      </p:nvGrpSpPr>
      <p:grpSpPr>
        <a:xfrm>
          <a:off x="0" y="0"/>
          <a:ext cx="0" cy="0"/>
          <a:chOff x="0" y="0"/>
          <a:chExt cx="0" cy="0"/>
        </a:xfrm>
      </p:grpSpPr>
      <p:sp>
        <p:nvSpPr>
          <p:cNvPr id="59"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60"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s-ES" sz="3200" spc="-1" strike="noStrike">
              <a:solidFill>
                <a:srgbClr val="000000"/>
              </a:solidFill>
              <a:latin typeface="Arial"/>
            </a:endParaRPr>
          </a:p>
        </p:txBody>
      </p:sp>
      <p:sp>
        <p:nvSpPr>
          <p:cNvPr id="4" name="PlaceHolder 3"/>
          <p:cNvSpPr>
            <a:spLocks noGrp="1"/>
          </p:cNvSpPr>
          <p:nvPr>
            <p:ph type="ftr" idx="28"/>
          </p:nvPr>
        </p:nvSpPr>
        <p:spPr/>
        <p:txBody>
          <a:bodyPr/>
          <a:p>
            <a:r>
              <a:t>Footer</a:t>
            </a:r>
          </a:p>
        </p:txBody>
      </p:sp>
      <p:sp>
        <p:nvSpPr>
          <p:cNvPr id="5" name="PlaceHolder 4"/>
          <p:cNvSpPr>
            <a:spLocks noGrp="1"/>
          </p:cNvSpPr>
          <p:nvPr>
            <p:ph type="sldNum" idx="29"/>
          </p:nvPr>
        </p:nvSpPr>
        <p:spPr/>
        <p:txBody>
          <a:bodyPr/>
          <a:p>
            <a:fld id="{5BB2D298-5F06-412D-A56F-8BE707794BDE}" type="slidenum">
              <a:t>&lt;#&gt;</a:t>
            </a:fld>
          </a:p>
        </p:txBody>
      </p:sp>
      <p:sp>
        <p:nvSpPr>
          <p:cNvPr id="6" name="PlaceHolder 5"/>
          <p:cNvSpPr>
            <a:spLocks noGrp="1"/>
          </p:cNvSpPr>
          <p:nvPr>
            <p:ph type="dt" idx="30"/>
          </p:nvPr>
        </p:nvSpPr>
        <p:spPr/>
        <p:txBody>
          <a:bodyPr/>
          <a:p>
            <a:r>
              <a:rPr lang="es-E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Contenido con título">
    <p:spTree>
      <p:nvGrpSpPr>
        <p:cNvPr id="1" name=""/>
        <p:cNvGrpSpPr/>
        <p:nvPr/>
      </p:nvGrpSpPr>
      <p:grpSpPr>
        <a:xfrm>
          <a:off x="0" y="0"/>
          <a:ext cx="0" cy="0"/>
          <a:chOff x="0" y="0"/>
          <a:chExt cx="0" cy="0"/>
        </a:xfrm>
      </p:grpSpPr>
      <p:sp>
        <p:nvSpPr>
          <p:cNvPr id="65"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66"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s-ES" sz="3200" spc="-1" strike="noStrike">
              <a:solidFill>
                <a:srgbClr val="000000"/>
              </a:solidFill>
              <a:latin typeface="Arial"/>
            </a:endParaRPr>
          </a:p>
        </p:txBody>
      </p:sp>
      <p:sp>
        <p:nvSpPr>
          <p:cNvPr id="4" name="PlaceHolder 3"/>
          <p:cNvSpPr>
            <a:spLocks noGrp="1"/>
          </p:cNvSpPr>
          <p:nvPr>
            <p:ph type="ftr" idx="31"/>
          </p:nvPr>
        </p:nvSpPr>
        <p:spPr/>
        <p:txBody>
          <a:bodyPr/>
          <a:p>
            <a:r>
              <a:t>Footer</a:t>
            </a:r>
          </a:p>
        </p:txBody>
      </p:sp>
      <p:sp>
        <p:nvSpPr>
          <p:cNvPr id="5" name="PlaceHolder 4"/>
          <p:cNvSpPr>
            <a:spLocks noGrp="1"/>
          </p:cNvSpPr>
          <p:nvPr>
            <p:ph type="sldNum" idx="32"/>
          </p:nvPr>
        </p:nvSpPr>
        <p:spPr/>
        <p:txBody>
          <a:bodyPr/>
          <a:p>
            <a:fld id="{3149C123-13CD-4871-A231-CC6512A61BB0}" type="slidenum">
              <a:t>&lt;#&gt;</a:t>
            </a:fld>
          </a:p>
        </p:txBody>
      </p:sp>
      <p:sp>
        <p:nvSpPr>
          <p:cNvPr id="6" name="PlaceHolder 5"/>
          <p:cNvSpPr>
            <a:spLocks noGrp="1"/>
          </p:cNvSpPr>
          <p:nvPr>
            <p:ph type="dt" idx="33"/>
          </p:nvPr>
        </p:nvSpPr>
        <p:spPr/>
        <p:txBody>
          <a:bodyPr/>
          <a:p>
            <a:r>
              <a:rPr lang="es-E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Imagen con título">
    <p:spTree>
      <p:nvGrpSpPr>
        <p:cNvPr id="1" name=""/>
        <p:cNvGrpSpPr/>
        <p:nvPr/>
      </p:nvGrpSpPr>
      <p:grpSpPr>
        <a:xfrm>
          <a:off x="0" y="0"/>
          <a:ext cx="0" cy="0"/>
          <a:chOff x="0" y="0"/>
          <a:chExt cx="0" cy="0"/>
        </a:xfrm>
      </p:grpSpPr>
      <p:sp>
        <p:nvSpPr>
          <p:cNvPr id="71"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72"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s-ES" sz="3200" spc="-1" strike="noStrike">
              <a:solidFill>
                <a:srgbClr val="000000"/>
              </a:solidFill>
              <a:latin typeface="Arial"/>
            </a:endParaRPr>
          </a:p>
        </p:txBody>
      </p:sp>
      <p:sp>
        <p:nvSpPr>
          <p:cNvPr id="4" name="PlaceHolder 3"/>
          <p:cNvSpPr>
            <a:spLocks noGrp="1"/>
          </p:cNvSpPr>
          <p:nvPr>
            <p:ph type="ftr" idx="34"/>
          </p:nvPr>
        </p:nvSpPr>
        <p:spPr/>
        <p:txBody>
          <a:bodyPr/>
          <a:p>
            <a:r>
              <a:t>Footer</a:t>
            </a:r>
          </a:p>
        </p:txBody>
      </p:sp>
      <p:sp>
        <p:nvSpPr>
          <p:cNvPr id="5" name="PlaceHolder 4"/>
          <p:cNvSpPr>
            <a:spLocks noGrp="1"/>
          </p:cNvSpPr>
          <p:nvPr>
            <p:ph type="sldNum" idx="35"/>
          </p:nvPr>
        </p:nvSpPr>
        <p:spPr/>
        <p:txBody>
          <a:bodyPr/>
          <a:p>
            <a:fld id="{87F02CCA-9A34-45DC-9A87-D4C866C06820}" type="slidenum">
              <a:t>&lt;#&gt;</a:t>
            </a:fld>
          </a:p>
        </p:txBody>
      </p:sp>
      <p:sp>
        <p:nvSpPr>
          <p:cNvPr id="6" name="PlaceHolder 5"/>
          <p:cNvSpPr>
            <a:spLocks noGrp="1"/>
          </p:cNvSpPr>
          <p:nvPr>
            <p:ph type="dt" idx="36"/>
          </p:nvPr>
        </p:nvSpPr>
        <p:spPr/>
        <p:txBody>
          <a:bodyPr/>
          <a:p>
            <a:r>
              <a:rPr lang="es-E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iapositiva de título_">
    <p:spTree>
      <p:nvGrpSpPr>
        <p:cNvPr id="1" name=""/>
        <p:cNvGrpSpPr/>
        <p:nvPr/>
      </p:nvGrpSpPr>
      <p:grpSpPr>
        <a:xfrm>
          <a:off x="0" y="0"/>
          <a:ext cx="0" cy="0"/>
          <a:chOff x="0" y="0"/>
          <a:chExt cx="0" cy="0"/>
        </a:xfrm>
      </p:grpSpPr>
      <p:sp>
        <p:nvSpPr>
          <p:cNvPr id="78"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79"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s-ES" sz="3200" spc="-1" strike="noStrike">
              <a:solidFill>
                <a:srgbClr val="000000"/>
              </a:solidFill>
              <a:latin typeface="Arial"/>
            </a:endParaRPr>
          </a:p>
        </p:txBody>
      </p:sp>
      <p:sp>
        <p:nvSpPr>
          <p:cNvPr id="4" name="PlaceHolder 3"/>
          <p:cNvSpPr>
            <a:spLocks noGrp="1"/>
          </p:cNvSpPr>
          <p:nvPr>
            <p:ph type="ftr" idx="37"/>
          </p:nvPr>
        </p:nvSpPr>
        <p:spPr/>
        <p:txBody>
          <a:bodyPr/>
          <a:p>
            <a:r>
              <a:t>Footer</a:t>
            </a:r>
          </a:p>
        </p:txBody>
      </p:sp>
      <p:sp>
        <p:nvSpPr>
          <p:cNvPr id="5" name="PlaceHolder 4"/>
          <p:cNvSpPr>
            <a:spLocks noGrp="1"/>
          </p:cNvSpPr>
          <p:nvPr>
            <p:ph type="sldNum" idx="38"/>
          </p:nvPr>
        </p:nvSpPr>
        <p:spPr/>
        <p:txBody>
          <a:bodyPr/>
          <a:p>
            <a:fld id="{FCCCB8BF-0EE0-4C60-8363-17AE85F19B56}" type="slidenum">
              <a:t>&lt;#&gt;</a:t>
            </a:fld>
          </a:p>
        </p:txBody>
      </p:sp>
      <p:sp>
        <p:nvSpPr>
          <p:cNvPr id="6" name="PlaceHolder 5"/>
          <p:cNvSpPr>
            <a:spLocks noGrp="1"/>
          </p:cNvSpPr>
          <p:nvPr>
            <p:ph type="dt" idx="39"/>
          </p:nvPr>
        </p:nvSpPr>
        <p:spPr/>
        <p:txBody>
          <a:bodyPr/>
          <a:p>
            <a:r>
              <a:rPr lang="es-E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indent="0">
              <a:buNone/>
            </a:pPr>
            <a:r>
              <a:rPr b="0" lang="es-ES" sz="1800" spc="-1" strike="noStrike">
                <a:solidFill>
                  <a:srgbClr val="000000"/>
                </a:solidFill>
                <a:latin typeface="Arial"/>
              </a:rPr>
              <a:t>Pulse para editar el formato del texto de título</a:t>
            </a:r>
            <a:endParaRPr b="0" lang="es-ES" sz="1800" spc="-1" strike="noStrike">
              <a:solidFill>
                <a:srgbClr val="000000"/>
              </a:solidFill>
              <a:latin typeface="Arial"/>
            </a:endParaRPr>
          </a:p>
        </p:txBody>
      </p:sp>
      <p:sp>
        <p:nvSpPr>
          <p:cNvPr id="1" name="PlaceHolder 2"/>
          <p:cNvSpPr>
            <a:spLocks noGrp="1"/>
          </p:cNvSpPr>
          <p:nvPr>
            <p:ph type="ftr" idx="1"/>
          </p:nvPr>
        </p:nvSpPr>
        <p:spPr>
          <a:xfrm>
            <a:off x="4038480" y="6356520"/>
            <a:ext cx="4106520" cy="3567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s-ES" sz="1400" spc="-1" strike="noStrike">
                <a:solidFill>
                  <a:srgbClr val="000000"/>
                </a:solidFill>
                <a:latin typeface="Times New Roman"/>
              </a:defRPr>
            </a:lvl1pPr>
          </a:lstStyle>
          <a:p>
            <a:pPr indent="0" algn="ctr">
              <a:lnSpc>
                <a:spcPct val="100000"/>
              </a:lnSpc>
              <a:buNone/>
              <a:tabLst>
                <a:tab algn="l" pos="0"/>
              </a:tabLst>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2" name="PlaceHolder 3"/>
          <p:cNvSpPr>
            <a:spLocks noGrp="1"/>
          </p:cNvSpPr>
          <p:nvPr>
            <p:ph type="sldNum" idx="2"/>
          </p:nvPr>
        </p:nvSpPr>
        <p:spPr>
          <a:xfrm>
            <a:off x="8610480" y="6356520"/>
            <a:ext cx="2734920" cy="356760"/>
          </a:xfrm>
          <a:prstGeom prst="rect">
            <a:avLst/>
          </a:prstGeom>
          <a:noFill/>
          <a:ln w="0">
            <a:noFill/>
          </a:ln>
        </p:spPr>
        <p:txBody>
          <a:bodyPr lIns="91440" rIns="91440" tIns="45720" bIns="45720" anchor="ctr">
            <a:noAutofit/>
          </a:bodyPr>
          <a:lstStyle>
            <a:lvl1pPr indent="0">
              <a:lnSpc>
                <a:spcPct val="100000"/>
              </a:lnSpc>
              <a:buNone/>
              <a:tabLst>
                <a:tab algn="l" pos="0"/>
              </a:tabLst>
              <a:defRPr b="0" lang="es-ES" sz="1400" spc="-1" strike="noStrike">
                <a:solidFill>
                  <a:srgbClr val="000000"/>
                </a:solidFill>
                <a:latin typeface="Times New Roman"/>
              </a:defRPr>
            </a:lvl1pPr>
          </a:lstStyle>
          <a:p>
            <a:pPr indent="0">
              <a:lnSpc>
                <a:spcPct val="100000"/>
              </a:lnSpc>
              <a:buNone/>
              <a:tabLst>
                <a:tab algn="l" pos="0"/>
              </a:tabLst>
            </a:pPr>
            <a:fld id="{D2D527A8-C2A8-4F43-8374-0DCBCE086EFF}" type="slidenum">
              <a:rPr b="0" lang="es-ES" sz="1400" spc="-1" strike="noStrike">
                <a:solidFill>
                  <a:srgbClr val="000000"/>
                </a:solidFill>
                <a:latin typeface="Times New Roman"/>
              </a:rPr>
              <a:t>&lt;número&gt;</a:t>
            </a:fld>
            <a:endParaRPr b="0" lang="es-ES" sz="1400" spc="-1" strike="noStrike">
              <a:solidFill>
                <a:srgbClr val="000000"/>
              </a:solidFill>
              <a:latin typeface="Times New Roman"/>
            </a:endParaRPr>
          </a:p>
        </p:txBody>
      </p:sp>
      <p:sp>
        <p:nvSpPr>
          <p:cNvPr id="3" name="PlaceHolder 4"/>
          <p:cNvSpPr>
            <a:spLocks noGrp="1"/>
          </p:cNvSpPr>
          <p:nvPr>
            <p:ph type="dt" idx="3"/>
          </p:nvPr>
        </p:nvSpPr>
        <p:spPr>
          <a:xfrm>
            <a:off x="838080" y="6356520"/>
            <a:ext cx="2734920" cy="356760"/>
          </a:xfrm>
          <a:prstGeom prst="rect">
            <a:avLst/>
          </a:prstGeom>
          <a:noFill/>
          <a:ln w="0">
            <a:noFill/>
          </a:ln>
        </p:spPr>
        <p:txBody>
          <a:bodyPr lIns="91440" rIns="91440" tIns="45720" bIns="45720" anchor="ctr">
            <a:noAutofit/>
          </a:bodyPr>
          <a:lstStyle>
            <a:lvl1pPr indent="0">
              <a:buNone/>
              <a:defRPr b="0" lang="es-ES" sz="1400" spc="-1" strike="noStrike">
                <a:solidFill>
                  <a:srgbClr val="000000"/>
                </a:solidFill>
                <a:latin typeface="Times New Roman"/>
              </a:defRPr>
            </a:lvl1pPr>
          </a:lstStyle>
          <a:p>
            <a:pPr indent="0">
              <a:buNone/>
            </a:pPr>
            <a:r>
              <a:rPr b="0" lang="es-ES" sz="1400" spc="-1" strike="noStrike">
                <a:solidFill>
                  <a:srgbClr val="000000"/>
                </a:solidFill>
                <a:latin typeface="Times New Roman"/>
              </a:rPr>
              <a:t>&lt;fecha/hora&gt;</a:t>
            </a:r>
            <a:endParaRPr b="0" lang="es-E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indent="0">
              <a:buNone/>
            </a:pPr>
            <a:r>
              <a:rPr b="0" lang="es-ES" sz="1800" spc="-1" strike="noStrike">
                <a:solidFill>
                  <a:srgbClr val="000000"/>
                </a:solidFill>
                <a:latin typeface="Arial"/>
              </a:rPr>
              <a:t>Pulse para editar el formato del texto de título</a:t>
            </a:r>
            <a:endParaRPr b="0" lang="es-ES" sz="1800" spc="-1" strike="noStrike">
              <a:solidFill>
                <a:srgbClr val="000000"/>
              </a:solidFill>
              <a:latin typeface="Arial"/>
            </a:endParaRPr>
          </a:p>
        </p:txBody>
      </p:sp>
      <p:sp>
        <p:nvSpPr>
          <p:cNvPr id="7" name="PlaceHolder 2"/>
          <p:cNvSpPr>
            <a:spLocks noGrp="1"/>
          </p:cNvSpPr>
          <p:nvPr>
            <p:ph type="ftr" idx="4"/>
          </p:nvPr>
        </p:nvSpPr>
        <p:spPr>
          <a:xfrm>
            <a:off x="4038480" y="6356520"/>
            <a:ext cx="4106520" cy="3567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s-ES" sz="1400" spc="-1" strike="noStrike">
                <a:solidFill>
                  <a:srgbClr val="000000"/>
                </a:solidFill>
                <a:latin typeface="Times New Roman"/>
              </a:defRPr>
            </a:lvl1pPr>
          </a:lstStyle>
          <a:p>
            <a:pPr indent="0" algn="ctr">
              <a:lnSpc>
                <a:spcPct val="100000"/>
              </a:lnSpc>
              <a:buNone/>
              <a:tabLst>
                <a:tab algn="l" pos="0"/>
              </a:tabLst>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8" name="PlaceHolder 3"/>
          <p:cNvSpPr>
            <a:spLocks noGrp="1"/>
          </p:cNvSpPr>
          <p:nvPr>
            <p:ph type="sldNum" idx="5"/>
          </p:nvPr>
        </p:nvSpPr>
        <p:spPr>
          <a:xfrm>
            <a:off x="8610480" y="6356520"/>
            <a:ext cx="2734920" cy="356760"/>
          </a:xfrm>
          <a:prstGeom prst="rect">
            <a:avLst/>
          </a:prstGeom>
          <a:noFill/>
          <a:ln w="0">
            <a:noFill/>
          </a:ln>
        </p:spPr>
        <p:txBody>
          <a:bodyPr lIns="91440" rIns="91440" tIns="45720" bIns="45720" anchor="ctr">
            <a:noAutofit/>
          </a:bodyPr>
          <a:lstStyle>
            <a:lvl1pPr indent="0">
              <a:lnSpc>
                <a:spcPct val="100000"/>
              </a:lnSpc>
              <a:buNone/>
              <a:tabLst>
                <a:tab algn="l" pos="0"/>
              </a:tabLst>
              <a:defRPr b="0" lang="es-ES" sz="1400" spc="-1" strike="noStrike">
                <a:solidFill>
                  <a:srgbClr val="000000"/>
                </a:solidFill>
                <a:latin typeface="Times New Roman"/>
              </a:defRPr>
            </a:lvl1pPr>
          </a:lstStyle>
          <a:p>
            <a:pPr indent="0">
              <a:lnSpc>
                <a:spcPct val="100000"/>
              </a:lnSpc>
              <a:buNone/>
              <a:tabLst>
                <a:tab algn="l" pos="0"/>
              </a:tabLst>
            </a:pPr>
            <a:fld id="{8CEB5ACD-18E5-4E2B-A249-A1CB0552B693}" type="slidenum">
              <a:rPr b="0" lang="es-ES" sz="1400" spc="-1" strike="noStrike">
                <a:solidFill>
                  <a:srgbClr val="000000"/>
                </a:solidFill>
                <a:latin typeface="Times New Roman"/>
              </a:rPr>
              <a:t>&lt;número&gt;</a:t>
            </a:fld>
            <a:endParaRPr b="0" lang="es-ES" sz="1400" spc="-1" strike="noStrike">
              <a:solidFill>
                <a:srgbClr val="000000"/>
              </a:solidFill>
              <a:latin typeface="Times New Roman"/>
            </a:endParaRPr>
          </a:p>
        </p:txBody>
      </p:sp>
      <p:sp>
        <p:nvSpPr>
          <p:cNvPr id="9" name="PlaceHolder 4"/>
          <p:cNvSpPr>
            <a:spLocks noGrp="1"/>
          </p:cNvSpPr>
          <p:nvPr>
            <p:ph type="dt" idx="6"/>
          </p:nvPr>
        </p:nvSpPr>
        <p:spPr>
          <a:xfrm>
            <a:off x="838080" y="6356520"/>
            <a:ext cx="2734920" cy="356760"/>
          </a:xfrm>
          <a:prstGeom prst="rect">
            <a:avLst/>
          </a:prstGeom>
          <a:noFill/>
          <a:ln w="0">
            <a:noFill/>
          </a:ln>
        </p:spPr>
        <p:txBody>
          <a:bodyPr lIns="91440" rIns="91440" tIns="45720" bIns="45720" anchor="ctr">
            <a:noAutofit/>
          </a:bodyPr>
          <a:lstStyle>
            <a:lvl1pPr indent="0">
              <a:buNone/>
              <a:defRPr b="0" lang="es-ES" sz="1400" spc="-1" strike="noStrike">
                <a:solidFill>
                  <a:srgbClr val="000000"/>
                </a:solidFill>
                <a:latin typeface="Times New Roman"/>
              </a:defRPr>
            </a:lvl1pPr>
          </a:lstStyle>
          <a:p>
            <a:pPr indent="0">
              <a:buNone/>
            </a:pPr>
            <a:r>
              <a:rPr b="0" lang="es-ES" sz="1400" spc="-1" strike="noStrike">
                <a:solidFill>
                  <a:srgbClr val="000000"/>
                </a:solidFill>
                <a:latin typeface="Times New Roman"/>
              </a:rPr>
              <a:t>&lt;fecha/hora&gt;</a:t>
            </a:r>
            <a:endParaRPr b="0" lang="es-ES" sz="1400" spc="-1" strike="noStrike">
              <a:solidFill>
                <a:srgbClr val="000000"/>
              </a:solidFill>
              <a:latin typeface="Times New Roman"/>
            </a:endParaRPr>
          </a:p>
        </p:txBody>
      </p:sp>
      <p:sp>
        <p:nvSpPr>
          <p:cNvPr id="10"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pc="-1" strike="noStrike">
                <a:solidFill>
                  <a:srgbClr val="000000"/>
                </a:solidFill>
                <a:latin typeface="Arial"/>
              </a:rPr>
              <a:t>Pulse para editar el formato de texto del esquema</a:t>
            </a:r>
            <a:endParaRPr b="0" lang="es-E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ES" sz="2800" spc="-1" strike="noStrike">
                <a:solidFill>
                  <a:srgbClr val="000000"/>
                </a:solidFill>
                <a:latin typeface="Arial"/>
              </a:rPr>
              <a:t>Segundo nivel del esquema</a:t>
            </a:r>
            <a:endParaRPr b="0" lang="es-E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ES" sz="2400" spc="-1" strike="noStrike">
                <a:solidFill>
                  <a:srgbClr val="000000"/>
                </a:solidFill>
                <a:latin typeface="Arial"/>
              </a:rPr>
              <a:t>Tercer nivel del esquema</a:t>
            </a:r>
            <a:endParaRPr b="0" lang="es-E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ES" sz="2000" spc="-1" strike="noStrike">
                <a:solidFill>
                  <a:srgbClr val="000000"/>
                </a:solidFill>
                <a:latin typeface="Arial"/>
              </a:rPr>
              <a:t>Cuarto nivel del esquema</a:t>
            </a:r>
            <a:endParaRPr b="0" lang="es-E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ES" sz="2000" spc="-1" strike="noStrike">
                <a:solidFill>
                  <a:srgbClr val="000000"/>
                </a:solidFill>
                <a:latin typeface="Arial"/>
              </a:rPr>
              <a:t>Quinto nivel del esquema</a:t>
            </a:r>
            <a:endParaRPr b="0" lang="es-E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ES" sz="2000" spc="-1" strike="noStrike">
                <a:solidFill>
                  <a:srgbClr val="000000"/>
                </a:solidFill>
                <a:latin typeface="Arial"/>
              </a:rPr>
              <a:t>Sexto nivel del esquema</a:t>
            </a:r>
            <a:endParaRPr b="0" lang="es-E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ES" sz="2000" spc="-1" strike="noStrike">
                <a:solidFill>
                  <a:srgbClr val="000000"/>
                </a:solidFill>
                <a:latin typeface="Arial"/>
              </a:rPr>
              <a:t>Séptimo nivel del esquema</a:t>
            </a:r>
            <a:endParaRPr b="0" lang="es-E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indent="0">
              <a:buNone/>
            </a:pPr>
            <a:r>
              <a:rPr b="0" lang="es-ES" sz="1800" spc="-1" strike="noStrike">
                <a:solidFill>
                  <a:srgbClr val="000000"/>
                </a:solidFill>
                <a:latin typeface="Arial"/>
              </a:rPr>
              <a:t>Pulse para editar el formato del texto de título</a:t>
            </a:r>
            <a:endParaRPr b="0" lang="es-ES" sz="1800" spc="-1" strike="noStrike">
              <a:solidFill>
                <a:srgbClr val="000000"/>
              </a:solidFill>
              <a:latin typeface="Arial"/>
            </a:endParaRPr>
          </a:p>
        </p:txBody>
      </p:sp>
      <p:sp>
        <p:nvSpPr>
          <p:cNvPr id="14" name="PlaceHolder 2"/>
          <p:cNvSpPr>
            <a:spLocks noGrp="1"/>
          </p:cNvSpPr>
          <p:nvPr>
            <p:ph type="ftr" idx="7"/>
          </p:nvPr>
        </p:nvSpPr>
        <p:spPr>
          <a:xfrm>
            <a:off x="4038480" y="6356520"/>
            <a:ext cx="4106520" cy="3567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s-ES" sz="1400" spc="-1" strike="noStrike">
                <a:solidFill>
                  <a:srgbClr val="000000"/>
                </a:solidFill>
                <a:latin typeface="Times New Roman"/>
              </a:defRPr>
            </a:lvl1pPr>
          </a:lstStyle>
          <a:p>
            <a:pPr indent="0" algn="ctr">
              <a:lnSpc>
                <a:spcPct val="100000"/>
              </a:lnSpc>
              <a:buNone/>
              <a:tabLst>
                <a:tab algn="l" pos="0"/>
              </a:tabLst>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15" name="PlaceHolder 3"/>
          <p:cNvSpPr>
            <a:spLocks noGrp="1"/>
          </p:cNvSpPr>
          <p:nvPr>
            <p:ph type="sldNum" idx="8"/>
          </p:nvPr>
        </p:nvSpPr>
        <p:spPr>
          <a:xfrm>
            <a:off x="8610480" y="6356520"/>
            <a:ext cx="2734920" cy="356760"/>
          </a:xfrm>
          <a:prstGeom prst="rect">
            <a:avLst/>
          </a:prstGeom>
          <a:noFill/>
          <a:ln w="0">
            <a:noFill/>
          </a:ln>
        </p:spPr>
        <p:txBody>
          <a:bodyPr lIns="91440" rIns="91440" tIns="45720" bIns="45720" anchor="ctr">
            <a:noAutofit/>
          </a:bodyPr>
          <a:lstStyle>
            <a:lvl1pPr indent="0">
              <a:lnSpc>
                <a:spcPct val="100000"/>
              </a:lnSpc>
              <a:buNone/>
              <a:tabLst>
                <a:tab algn="l" pos="0"/>
              </a:tabLst>
              <a:defRPr b="0" lang="es-ES" sz="1400" spc="-1" strike="noStrike">
                <a:solidFill>
                  <a:srgbClr val="000000"/>
                </a:solidFill>
                <a:latin typeface="Times New Roman"/>
              </a:defRPr>
            </a:lvl1pPr>
          </a:lstStyle>
          <a:p>
            <a:pPr indent="0">
              <a:lnSpc>
                <a:spcPct val="100000"/>
              </a:lnSpc>
              <a:buNone/>
              <a:tabLst>
                <a:tab algn="l" pos="0"/>
              </a:tabLst>
            </a:pPr>
            <a:fld id="{FE37595F-E847-4427-A372-BA97844B5AE6}" type="slidenum">
              <a:rPr b="0" lang="es-ES" sz="1400" spc="-1" strike="noStrike">
                <a:solidFill>
                  <a:srgbClr val="000000"/>
                </a:solidFill>
                <a:latin typeface="Times New Roman"/>
              </a:rPr>
              <a:t>&lt;número&gt;</a:t>
            </a:fld>
            <a:endParaRPr b="0" lang="es-ES" sz="1400" spc="-1" strike="noStrike">
              <a:solidFill>
                <a:srgbClr val="000000"/>
              </a:solidFill>
              <a:latin typeface="Times New Roman"/>
            </a:endParaRPr>
          </a:p>
        </p:txBody>
      </p:sp>
      <p:sp>
        <p:nvSpPr>
          <p:cNvPr id="16" name="PlaceHolder 4"/>
          <p:cNvSpPr>
            <a:spLocks noGrp="1"/>
          </p:cNvSpPr>
          <p:nvPr>
            <p:ph type="dt" idx="9"/>
          </p:nvPr>
        </p:nvSpPr>
        <p:spPr>
          <a:xfrm>
            <a:off x="838080" y="6356520"/>
            <a:ext cx="2734920" cy="356760"/>
          </a:xfrm>
          <a:prstGeom prst="rect">
            <a:avLst/>
          </a:prstGeom>
          <a:noFill/>
          <a:ln w="0">
            <a:noFill/>
          </a:ln>
        </p:spPr>
        <p:txBody>
          <a:bodyPr lIns="91440" rIns="91440" tIns="45720" bIns="45720" anchor="ctr">
            <a:noAutofit/>
          </a:bodyPr>
          <a:lstStyle>
            <a:lvl1pPr indent="0">
              <a:buNone/>
              <a:defRPr b="0" lang="es-ES" sz="1400" spc="-1" strike="noStrike">
                <a:solidFill>
                  <a:srgbClr val="000000"/>
                </a:solidFill>
                <a:latin typeface="Times New Roman"/>
              </a:defRPr>
            </a:lvl1pPr>
          </a:lstStyle>
          <a:p>
            <a:pPr indent="0">
              <a:buNone/>
            </a:pPr>
            <a:r>
              <a:rPr b="0" lang="es-ES" sz="1400" spc="-1" strike="noStrike">
                <a:solidFill>
                  <a:srgbClr val="000000"/>
                </a:solidFill>
                <a:latin typeface="Times New Roman"/>
              </a:rPr>
              <a:t>&lt;fecha/hora&gt;</a:t>
            </a:r>
            <a:endParaRPr b="0" lang="es-E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indent="0">
              <a:buNone/>
            </a:pPr>
            <a:r>
              <a:rPr b="0" lang="es-ES" sz="1800" spc="-1" strike="noStrike">
                <a:solidFill>
                  <a:srgbClr val="000000"/>
                </a:solidFill>
                <a:latin typeface="Arial"/>
              </a:rPr>
              <a:t>Pulse para editar el formato del texto de título</a:t>
            </a:r>
            <a:endParaRPr b="0" lang="es-ES" sz="1800" spc="-1" strike="noStrike">
              <a:solidFill>
                <a:srgbClr val="000000"/>
              </a:solidFill>
              <a:latin typeface="Arial"/>
            </a:endParaRPr>
          </a:p>
        </p:txBody>
      </p:sp>
      <p:sp>
        <p:nvSpPr>
          <p:cNvPr id="20" name="PlaceHolder 2"/>
          <p:cNvSpPr>
            <a:spLocks noGrp="1"/>
          </p:cNvSpPr>
          <p:nvPr>
            <p:ph type="ftr" idx="10"/>
          </p:nvPr>
        </p:nvSpPr>
        <p:spPr>
          <a:xfrm>
            <a:off x="4038480" y="6356520"/>
            <a:ext cx="4106520" cy="3567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s-ES" sz="1400" spc="-1" strike="noStrike">
                <a:solidFill>
                  <a:srgbClr val="000000"/>
                </a:solidFill>
                <a:latin typeface="Times New Roman"/>
              </a:defRPr>
            </a:lvl1pPr>
          </a:lstStyle>
          <a:p>
            <a:pPr indent="0" algn="ctr">
              <a:lnSpc>
                <a:spcPct val="100000"/>
              </a:lnSpc>
              <a:buNone/>
              <a:tabLst>
                <a:tab algn="l" pos="0"/>
              </a:tabLst>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21" name="PlaceHolder 3"/>
          <p:cNvSpPr>
            <a:spLocks noGrp="1"/>
          </p:cNvSpPr>
          <p:nvPr>
            <p:ph type="sldNum" idx="11"/>
          </p:nvPr>
        </p:nvSpPr>
        <p:spPr>
          <a:xfrm>
            <a:off x="8610480" y="6356520"/>
            <a:ext cx="2734920" cy="356760"/>
          </a:xfrm>
          <a:prstGeom prst="rect">
            <a:avLst/>
          </a:prstGeom>
          <a:noFill/>
          <a:ln w="0">
            <a:noFill/>
          </a:ln>
        </p:spPr>
        <p:txBody>
          <a:bodyPr lIns="91440" rIns="91440" tIns="45720" bIns="45720" anchor="ctr">
            <a:noAutofit/>
          </a:bodyPr>
          <a:lstStyle>
            <a:lvl1pPr indent="0">
              <a:lnSpc>
                <a:spcPct val="100000"/>
              </a:lnSpc>
              <a:buNone/>
              <a:tabLst>
                <a:tab algn="l" pos="0"/>
              </a:tabLst>
              <a:defRPr b="0" lang="es-ES" sz="1400" spc="-1" strike="noStrike">
                <a:solidFill>
                  <a:srgbClr val="000000"/>
                </a:solidFill>
                <a:latin typeface="Times New Roman"/>
              </a:defRPr>
            </a:lvl1pPr>
          </a:lstStyle>
          <a:p>
            <a:pPr indent="0">
              <a:lnSpc>
                <a:spcPct val="100000"/>
              </a:lnSpc>
              <a:buNone/>
              <a:tabLst>
                <a:tab algn="l" pos="0"/>
              </a:tabLst>
            </a:pPr>
            <a:fld id="{A3374BB4-8741-48B8-BAB8-C026AC73866E}" type="slidenum">
              <a:rPr b="0" lang="es-ES" sz="1400" spc="-1" strike="noStrike">
                <a:solidFill>
                  <a:srgbClr val="000000"/>
                </a:solidFill>
                <a:latin typeface="Times New Roman"/>
              </a:rPr>
              <a:t>&lt;número&gt;</a:t>
            </a:fld>
            <a:endParaRPr b="0" lang="es-ES" sz="1400" spc="-1" strike="noStrike">
              <a:solidFill>
                <a:srgbClr val="000000"/>
              </a:solidFill>
              <a:latin typeface="Times New Roman"/>
            </a:endParaRPr>
          </a:p>
        </p:txBody>
      </p:sp>
      <p:sp>
        <p:nvSpPr>
          <p:cNvPr id="22" name="PlaceHolder 4"/>
          <p:cNvSpPr>
            <a:spLocks noGrp="1"/>
          </p:cNvSpPr>
          <p:nvPr>
            <p:ph type="dt" idx="12"/>
          </p:nvPr>
        </p:nvSpPr>
        <p:spPr>
          <a:xfrm>
            <a:off x="838080" y="6356520"/>
            <a:ext cx="2734920" cy="356760"/>
          </a:xfrm>
          <a:prstGeom prst="rect">
            <a:avLst/>
          </a:prstGeom>
          <a:noFill/>
          <a:ln w="0">
            <a:noFill/>
          </a:ln>
        </p:spPr>
        <p:txBody>
          <a:bodyPr lIns="91440" rIns="91440" tIns="45720" bIns="45720" anchor="ctr">
            <a:noAutofit/>
          </a:bodyPr>
          <a:lstStyle>
            <a:lvl1pPr indent="0">
              <a:buNone/>
              <a:defRPr b="0" lang="es-ES" sz="1400" spc="-1" strike="noStrike">
                <a:solidFill>
                  <a:srgbClr val="000000"/>
                </a:solidFill>
                <a:latin typeface="Times New Roman"/>
              </a:defRPr>
            </a:lvl1pPr>
          </a:lstStyle>
          <a:p>
            <a:pPr indent="0">
              <a:buNone/>
            </a:pPr>
            <a:r>
              <a:rPr b="0" lang="es-ES" sz="1400" spc="-1" strike="noStrike">
                <a:solidFill>
                  <a:srgbClr val="000000"/>
                </a:solidFill>
                <a:latin typeface="Times New Roman"/>
              </a:rPr>
              <a:t>&lt;fecha/hora&gt;</a:t>
            </a:r>
            <a:endParaRPr b="0" lang="es-E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indent="0">
              <a:buNone/>
            </a:pPr>
            <a:r>
              <a:rPr b="0" lang="es-ES" sz="1800" spc="-1" strike="noStrike">
                <a:solidFill>
                  <a:srgbClr val="000000"/>
                </a:solidFill>
                <a:latin typeface="Arial"/>
              </a:rPr>
              <a:t>Pulse para editar el formato del texto de título</a:t>
            </a:r>
            <a:endParaRPr b="0" lang="es-ES" sz="1800" spc="-1" strike="noStrike">
              <a:solidFill>
                <a:srgbClr val="000000"/>
              </a:solidFill>
              <a:latin typeface="Arial"/>
            </a:endParaRPr>
          </a:p>
        </p:txBody>
      </p:sp>
      <p:sp>
        <p:nvSpPr>
          <p:cNvPr id="26" name="PlaceHolder 2"/>
          <p:cNvSpPr>
            <a:spLocks noGrp="1"/>
          </p:cNvSpPr>
          <p:nvPr>
            <p:ph type="ftr" idx="13"/>
          </p:nvPr>
        </p:nvSpPr>
        <p:spPr>
          <a:xfrm>
            <a:off x="4038480" y="6356520"/>
            <a:ext cx="4106520" cy="3567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s-ES" sz="1400" spc="-1" strike="noStrike">
                <a:solidFill>
                  <a:srgbClr val="000000"/>
                </a:solidFill>
                <a:latin typeface="Times New Roman"/>
              </a:defRPr>
            </a:lvl1pPr>
          </a:lstStyle>
          <a:p>
            <a:pPr indent="0" algn="ctr">
              <a:lnSpc>
                <a:spcPct val="100000"/>
              </a:lnSpc>
              <a:buNone/>
              <a:tabLst>
                <a:tab algn="l" pos="0"/>
              </a:tabLst>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27" name="PlaceHolder 3"/>
          <p:cNvSpPr>
            <a:spLocks noGrp="1"/>
          </p:cNvSpPr>
          <p:nvPr>
            <p:ph type="sldNum" idx="14"/>
          </p:nvPr>
        </p:nvSpPr>
        <p:spPr>
          <a:xfrm>
            <a:off x="8610480" y="6356520"/>
            <a:ext cx="2734920" cy="356760"/>
          </a:xfrm>
          <a:prstGeom prst="rect">
            <a:avLst/>
          </a:prstGeom>
          <a:noFill/>
          <a:ln w="0">
            <a:noFill/>
          </a:ln>
        </p:spPr>
        <p:txBody>
          <a:bodyPr lIns="91440" rIns="91440" tIns="45720" bIns="45720" anchor="ctr">
            <a:noAutofit/>
          </a:bodyPr>
          <a:lstStyle>
            <a:lvl1pPr indent="0">
              <a:lnSpc>
                <a:spcPct val="100000"/>
              </a:lnSpc>
              <a:buNone/>
              <a:tabLst>
                <a:tab algn="l" pos="0"/>
              </a:tabLst>
              <a:defRPr b="0" lang="es-ES" sz="1400" spc="-1" strike="noStrike">
                <a:solidFill>
                  <a:srgbClr val="000000"/>
                </a:solidFill>
                <a:latin typeface="Times New Roman"/>
              </a:defRPr>
            </a:lvl1pPr>
          </a:lstStyle>
          <a:p>
            <a:pPr indent="0">
              <a:lnSpc>
                <a:spcPct val="100000"/>
              </a:lnSpc>
              <a:buNone/>
              <a:tabLst>
                <a:tab algn="l" pos="0"/>
              </a:tabLst>
            </a:pPr>
            <a:fld id="{728B9559-FD41-4302-9E50-4FE20A6FAA1A}" type="slidenum">
              <a:rPr b="0" lang="es-ES" sz="1400" spc="-1" strike="noStrike">
                <a:solidFill>
                  <a:srgbClr val="000000"/>
                </a:solidFill>
                <a:latin typeface="Times New Roman"/>
              </a:rPr>
              <a:t>&lt;número&gt;</a:t>
            </a:fld>
            <a:endParaRPr b="0" lang="es-ES" sz="1400" spc="-1" strike="noStrike">
              <a:solidFill>
                <a:srgbClr val="000000"/>
              </a:solidFill>
              <a:latin typeface="Times New Roman"/>
            </a:endParaRPr>
          </a:p>
        </p:txBody>
      </p:sp>
      <p:sp>
        <p:nvSpPr>
          <p:cNvPr id="28" name="PlaceHolder 4"/>
          <p:cNvSpPr>
            <a:spLocks noGrp="1"/>
          </p:cNvSpPr>
          <p:nvPr>
            <p:ph type="dt" idx="15"/>
          </p:nvPr>
        </p:nvSpPr>
        <p:spPr>
          <a:xfrm>
            <a:off x="838080" y="6356520"/>
            <a:ext cx="2734920" cy="356760"/>
          </a:xfrm>
          <a:prstGeom prst="rect">
            <a:avLst/>
          </a:prstGeom>
          <a:noFill/>
          <a:ln w="0">
            <a:noFill/>
          </a:ln>
        </p:spPr>
        <p:txBody>
          <a:bodyPr lIns="91440" rIns="91440" tIns="45720" bIns="45720" anchor="ctr">
            <a:noAutofit/>
          </a:bodyPr>
          <a:lstStyle>
            <a:lvl1pPr indent="0">
              <a:buNone/>
              <a:defRPr b="0" lang="es-ES" sz="1400" spc="-1" strike="noStrike">
                <a:solidFill>
                  <a:srgbClr val="000000"/>
                </a:solidFill>
                <a:latin typeface="Times New Roman"/>
              </a:defRPr>
            </a:lvl1pPr>
          </a:lstStyle>
          <a:p>
            <a:pPr indent="0">
              <a:buNone/>
            </a:pPr>
            <a:r>
              <a:rPr b="0" lang="es-ES" sz="1400" spc="-1" strike="noStrike">
                <a:solidFill>
                  <a:srgbClr val="000000"/>
                </a:solidFill>
                <a:latin typeface="Times New Roman"/>
              </a:rPr>
              <a:t>&lt;fecha/hora&gt;</a:t>
            </a:r>
            <a:endParaRPr b="0" lang="es-E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indent="0">
              <a:buNone/>
            </a:pPr>
            <a:r>
              <a:rPr b="0" lang="es-ES" sz="1800" spc="-1" strike="noStrike">
                <a:solidFill>
                  <a:srgbClr val="000000"/>
                </a:solidFill>
                <a:latin typeface="Arial"/>
              </a:rPr>
              <a:t>Pulse para editar el formato del texto de título</a:t>
            </a:r>
            <a:endParaRPr b="0" lang="es-ES" sz="1800" spc="-1" strike="noStrike">
              <a:solidFill>
                <a:srgbClr val="000000"/>
              </a:solidFill>
              <a:latin typeface="Arial"/>
            </a:endParaRPr>
          </a:p>
        </p:txBody>
      </p:sp>
      <p:sp>
        <p:nvSpPr>
          <p:cNvPr id="32" name="PlaceHolder 2"/>
          <p:cNvSpPr>
            <a:spLocks noGrp="1"/>
          </p:cNvSpPr>
          <p:nvPr>
            <p:ph type="ftr" idx="16"/>
          </p:nvPr>
        </p:nvSpPr>
        <p:spPr>
          <a:xfrm>
            <a:off x="4038480" y="6356520"/>
            <a:ext cx="4106520" cy="3567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s-ES" sz="1400" spc="-1" strike="noStrike">
                <a:solidFill>
                  <a:srgbClr val="000000"/>
                </a:solidFill>
                <a:latin typeface="Times New Roman"/>
              </a:defRPr>
            </a:lvl1pPr>
          </a:lstStyle>
          <a:p>
            <a:pPr indent="0" algn="ctr">
              <a:lnSpc>
                <a:spcPct val="100000"/>
              </a:lnSpc>
              <a:buNone/>
              <a:tabLst>
                <a:tab algn="l" pos="0"/>
              </a:tabLst>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33" name="PlaceHolder 3"/>
          <p:cNvSpPr>
            <a:spLocks noGrp="1"/>
          </p:cNvSpPr>
          <p:nvPr>
            <p:ph type="sldNum" idx="17"/>
          </p:nvPr>
        </p:nvSpPr>
        <p:spPr>
          <a:xfrm>
            <a:off x="8610480" y="6356520"/>
            <a:ext cx="2734920" cy="356760"/>
          </a:xfrm>
          <a:prstGeom prst="rect">
            <a:avLst/>
          </a:prstGeom>
          <a:noFill/>
          <a:ln w="0">
            <a:noFill/>
          </a:ln>
        </p:spPr>
        <p:txBody>
          <a:bodyPr lIns="91440" rIns="91440" tIns="45720" bIns="45720" anchor="ctr">
            <a:noAutofit/>
          </a:bodyPr>
          <a:lstStyle>
            <a:lvl1pPr indent="0">
              <a:lnSpc>
                <a:spcPct val="100000"/>
              </a:lnSpc>
              <a:buNone/>
              <a:tabLst>
                <a:tab algn="l" pos="0"/>
              </a:tabLst>
              <a:defRPr b="0" lang="es-ES" sz="1400" spc="-1" strike="noStrike">
                <a:solidFill>
                  <a:srgbClr val="000000"/>
                </a:solidFill>
                <a:latin typeface="Times New Roman"/>
              </a:defRPr>
            </a:lvl1pPr>
          </a:lstStyle>
          <a:p>
            <a:pPr indent="0">
              <a:lnSpc>
                <a:spcPct val="100000"/>
              </a:lnSpc>
              <a:buNone/>
              <a:tabLst>
                <a:tab algn="l" pos="0"/>
              </a:tabLst>
            </a:pPr>
            <a:fld id="{4CEEB5F8-FF75-4A3E-BA5C-0196CBADEF04}" type="slidenum">
              <a:rPr b="0" lang="es-ES" sz="1400" spc="-1" strike="noStrike">
                <a:solidFill>
                  <a:srgbClr val="000000"/>
                </a:solidFill>
                <a:latin typeface="Times New Roman"/>
              </a:rPr>
              <a:t>&lt;número&gt;</a:t>
            </a:fld>
            <a:endParaRPr b="0" lang="es-ES" sz="1400" spc="-1" strike="noStrike">
              <a:solidFill>
                <a:srgbClr val="000000"/>
              </a:solidFill>
              <a:latin typeface="Times New Roman"/>
            </a:endParaRPr>
          </a:p>
        </p:txBody>
      </p:sp>
      <p:sp>
        <p:nvSpPr>
          <p:cNvPr id="34" name="PlaceHolder 4"/>
          <p:cNvSpPr>
            <a:spLocks noGrp="1"/>
          </p:cNvSpPr>
          <p:nvPr>
            <p:ph type="dt" idx="18"/>
          </p:nvPr>
        </p:nvSpPr>
        <p:spPr>
          <a:xfrm>
            <a:off x="838080" y="6356520"/>
            <a:ext cx="2734920" cy="356760"/>
          </a:xfrm>
          <a:prstGeom prst="rect">
            <a:avLst/>
          </a:prstGeom>
          <a:noFill/>
          <a:ln w="0">
            <a:noFill/>
          </a:ln>
        </p:spPr>
        <p:txBody>
          <a:bodyPr lIns="91440" rIns="91440" tIns="45720" bIns="45720" anchor="ctr">
            <a:noAutofit/>
          </a:bodyPr>
          <a:lstStyle>
            <a:lvl1pPr indent="0">
              <a:buNone/>
              <a:defRPr b="0" lang="es-ES" sz="1400" spc="-1" strike="noStrike">
                <a:solidFill>
                  <a:srgbClr val="000000"/>
                </a:solidFill>
                <a:latin typeface="Times New Roman"/>
              </a:defRPr>
            </a:lvl1pPr>
          </a:lstStyle>
          <a:p>
            <a:pPr indent="0">
              <a:buNone/>
            </a:pPr>
            <a:r>
              <a:rPr b="0" lang="es-ES" sz="1400" spc="-1" strike="noStrike">
                <a:solidFill>
                  <a:srgbClr val="000000"/>
                </a:solidFill>
                <a:latin typeface="Times New Roman"/>
              </a:rPr>
              <a:t>&lt;fecha/hora&gt;</a:t>
            </a:r>
            <a:endParaRPr b="0" lang="es-E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indent="0">
              <a:buNone/>
            </a:pPr>
            <a:r>
              <a:rPr b="0" lang="es-ES" sz="1800" spc="-1" strike="noStrike">
                <a:solidFill>
                  <a:srgbClr val="000000"/>
                </a:solidFill>
                <a:latin typeface="Arial"/>
              </a:rPr>
              <a:t>Pulse para editar el formato del texto de título</a:t>
            </a:r>
            <a:endParaRPr b="0" lang="es-ES" sz="1800" spc="-1" strike="noStrike">
              <a:solidFill>
                <a:srgbClr val="000000"/>
              </a:solidFill>
              <a:latin typeface="Arial"/>
            </a:endParaRPr>
          </a:p>
        </p:txBody>
      </p:sp>
      <p:sp>
        <p:nvSpPr>
          <p:cNvPr id="38" name="PlaceHolder 2"/>
          <p:cNvSpPr>
            <a:spLocks noGrp="1"/>
          </p:cNvSpPr>
          <p:nvPr>
            <p:ph type="ftr" idx="19"/>
          </p:nvPr>
        </p:nvSpPr>
        <p:spPr>
          <a:xfrm>
            <a:off x="4038480" y="6356520"/>
            <a:ext cx="4106520" cy="3567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s-ES" sz="1400" spc="-1" strike="noStrike">
                <a:solidFill>
                  <a:srgbClr val="000000"/>
                </a:solidFill>
                <a:latin typeface="Times New Roman"/>
              </a:defRPr>
            </a:lvl1pPr>
          </a:lstStyle>
          <a:p>
            <a:pPr indent="0" algn="ctr">
              <a:lnSpc>
                <a:spcPct val="100000"/>
              </a:lnSpc>
              <a:buNone/>
              <a:tabLst>
                <a:tab algn="l" pos="0"/>
              </a:tabLst>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39" name="PlaceHolder 3"/>
          <p:cNvSpPr>
            <a:spLocks noGrp="1"/>
          </p:cNvSpPr>
          <p:nvPr>
            <p:ph type="sldNum" idx="20"/>
          </p:nvPr>
        </p:nvSpPr>
        <p:spPr>
          <a:xfrm>
            <a:off x="8610480" y="6356520"/>
            <a:ext cx="2734920" cy="356760"/>
          </a:xfrm>
          <a:prstGeom prst="rect">
            <a:avLst/>
          </a:prstGeom>
          <a:noFill/>
          <a:ln w="0">
            <a:noFill/>
          </a:ln>
        </p:spPr>
        <p:txBody>
          <a:bodyPr lIns="91440" rIns="91440" tIns="45720" bIns="45720" anchor="ctr">
            <a:noAutofit/>
          </a:bodyPr>
          <a:lstStyle>
            <a:lvl1pPr indent="0">
              <a:lnSpc>
                <a:spcPct val="100000"/>
              </a:lnSpc>
              <a:buNone/>
              <a:tabLst>
                <a:tab algn="l" pos="0"/>
              </a:tabLst>
              <a:defRPr b="0" lang="es-ES" sz="1400" spc="-1" strike="noStrike">
                <a:solidFill>
                  <a:srgbClr val="000000"/>
                </a:solidFill>
                <a:latin typeface="Times New Roman"/>
              </a:defRPr>
            </a:lvl1pPr>
          </a:lstStyle>
          <a:p>
            <a:pPr indent="0">
              <a:lnSpc>
                <a:spcPct val="100000"/>
              </a:lnSpc>
              <a:buNone/>
              <a:tabLst>
                <a:tab algn="l" pos="0"/>
              </a:tabLst>
            </a:pPr>
            <a:fld id="{5FDE007F-87F6-44ED-B7E9-94669F1D968F}" type="slidenum">
              <a:rPr b="0" lang="es-ES" sz="1400" spc="-1" strike="noStrike">
                <a:solidFill>
                  <a:srgbClr val="000000"/>
                </a:solidFill>
                <a:latin typeface="Times New Roman"/>
              </a:rPr>
              <a:t>&lt;número&gt;</a:t>
            </a:fld>
            <a:endParaRPr b="0" lang="es-ES" sz="1400" spc="-1" strike="noStrike">
              <a:solidFill>
                <a:srgbClr val="000000"/>
              </a:solidFill>
              <a:latin typeface="Times New Roman"/>
            </a:endParaRPr>
          </a:p>
        </p:txBody>
      </p:sp>
      <p:sp>
        <p:nvSpPr>
          <p:cNvPr id="40" name="PlaceHolder 4"/>
          <p:cNvSpPr>
            <a:spLocks noGrp="1"/>
          </p:cNvSpPr>
          <p:nvPr>
            <p:ph type="dt" idx="21"/>
          </p:nvPr>
        </p:nvSpPr>
        <p:spPr>
          <a:xfrm>
            <a:off x="838080" y="6356520"/>
            <a:ext cx="2734920" cy="356760"/>
          </a:xfrm>
          <a:prstGeom prst="rect">
            <a:avLst/>
          </a:prstGeom>
          <a:noFill/>
          <a:ln w="0">
            <a:noFill/>
          </a:ln>
        </p:spPr>
        <p:txBody>
          <a:bodyPr lIns="91440" rIns="91440" tIns="45720" bIns="45720" anchor="ctr">
            <a:noAutofit/>
          </a:bodyPr>
          <a:lstStyle>
            <a:lvl1pPr indent="0">
              <a:buNone/>
              <a:defRPr b="0" lang="es-ES" sz="1400" spc="-1" strike="noStrike">
                <a:solidFill>
                  <a:srgbClr val="000000"/>
                </a:solidFill>
                <a:latin typeface="Times New Roman"/>
              </a:defRPr>
            </a:lvl1pPr>
          </a:lstStyle>
          <a:p>
            <a:pPr indent="0">
              <a:buNone/>
            </a:pPr>
            <a:r>
              <a:rPr b="0" lang="es-ES" sz="1400" spc="-1" strike="noStrike">
                <a:solidFill>
                  <a:srgbClr val="000000"/>
                </a:solidFill>
                <a:latin typeface="Times New Roman"/>
              </a:rPr>
              <a:t>&lt;fecha/hora&gt;</a:t>
            </a:r>
            <a:endParaRPr b="0" lang="es-E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indent="0">
              <a:buNone/>
            </a:pPr>
            <a:r>
              <a:rPr b="0" lang="es-ES" sz="1800" spc="-1" strike="noStrike">
                <a:solidFill>
                  <a:srgbClr val="000000"/>
                </a:solidFill>
                <a:latin typeface="Arial"/>
              </a:rPr>
              <a:t>Pulse para editar el formato del texto de título</a:t>
            </a:r>
            <a:endParaRPr b="0" lang="es-ES" sz="1800" spc="-1" strike="noStrike">
              <a:solidFill>
                <a:srgbClr val="000000"/>
              </a:solidFill>
              <a:latin typeface="Arial"/>
            </a:endParaRPr>
          </a:p>
        </p:txBody>
      </p:sp>
      <p:sp>
        <p:nvSpPr>
          <p:cNvPr id="44" name="PlaceHolder 2"/>
          <p:cNvSpPr>
            <a:spLocks noGrp="1"/>
          </p:cNvSpPr>
          <p:nvPr>
            <p:ph type="ftr" idx="22"/>
          </p:nvPr>
        </p:nvSpPr>
        <p:spPr>
          <a:xfrm>
            <a:off x="4038480" y="6356520"/>
            <a:ext cx="4106520" cy="3567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s-ES" sz="1400" spc="-1" strike="noStrike">
                <a:solidFill>
                  <a:srgbClr val="000000"/>
                </a:solidFill>
                <a:latin typeface="Times New Roman"/>
              </a:defRPr>
            </a:lvl1pPr>
          </a:lstStyle>
          <a:p>
            <a:pPr indent="0" algn="ctr">
              <a:lnSpc>
                <a:spcPct val="100000"/>
              </a:lnSpc>
              <a:buNone/>
              <a:tabLst>
                <a:tab algn="l" pos="0"/>
              </a:tabLst>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45" name="PlaceHolder 3"/>
          <p:cNvSpPr>
            <a:spLocks noGrp="1"/>
          </p:cNvSpPr>
          <p:nvPr>
            <p:ph type="sldNum" idx="23"/>
          </p:nvPr>
        </p:nvSpPr>
        <p:spPr>
          <a:xfrm>
            <a:off x="8610480" y="6356520"/>
            <a:ext cx="2734920" cy="356760"/>
          </a:xfrm>
          <a:prstGeom prst="rect">
            <a:avLst/>
          </a:prstGeom>
          <a:noFill/>
          <a:ln w="0">
            <a:noFill/>
          </a:ln>
        </p:spPr>
        <p:txBody>
          <a:bodyPr lIns="91440" rIns="91440" tIns="45720" bIns="45720" anchor="ctr">
            <a:noAutofit/>
          </a:bodyPr>
          <a:lstStyle>
            <a:lvl1pPr indent="0">
              <a:lnSpc>
                <a:spcPct val="100000"/>
              </a:lnSpc>
              <a:buNone/>
              <a:tabLst>
                <a:tab algn="l" pos="0"/>
              </a:tabLst>
              <a:defRPr b="0" lang="es-ES" sz="1400" spc="-1" strike="noStrike">
                <a:solidFill>
                  <a:srgbClr val="000000"/>
                </a:solidFill>
                <a:latin typeface="Times New Roman"/>
              </a:defRPr>
            </a:lvl1pPr>
          </a:lstStyle>
          <a:p>
            <a:pPr indent="0">
              <a:lnSpc>
                <a:spcPct val="100000"/>
              </a:lnSpc>
              <a:buNone/>
              <a:tabLst>
                <a:tab algn="l" pos="0"/>
              </a:tabLst>
            </a:pPr>
            <a:fld id="{2835AE49-A982-4ECA-90BA-E47AF304FD11}" type="slidenum">
              <a:rPr b="0" lang="es-ES" sz="1400" spc="-1" strike="noStrike">
                <a:solidFill>
                  <a:srgbClr val="000000"/>
                </a:solidFill>
                <a:latin typeface="Times New Roman"/>
              </a:rPr>
              <a:t>&lt;número&gt;</a:t>
            </a:fld>
            <a:endParaRPr b="0" lang="es-ES" sz="1400" spc="-1" strike="noStrike">
              <a:solidFill>
                <a:srgbClr val="000000"/>
              </a:solidFill>
              <a:latin typeface="Times New Roman"/>
            </a:endParaRPr>
          </a:p>
        </p:txBody>
      </p:sp>
      <p:sp>
        <p:nvSpPr>
          <p:cNvPr id="46" name="PlaceHolder 4"/>
          <p:cNvSpPr>
            <a:spLocks noGrp="1"/>
          </p:cNvSpPr>
          <p:nvPr>
            <p:ph type="dt" idx="24"/>
          </p:nvPr>
        </p:nvSpPr>
        <p:spPr>
          <a:xfrm>
            <a:off x="838080" y="6356520"/>
            <a:ext cx="2734920" cy="356760"/>
          </a:xfrm>
          <a:prstGeom prst="rect">
            <a:avLst/>
          </a:prstGeom>
          <a:noFill/>
          <a:ln w="0">
            <a:noFill/>
          </a:ln>
        </p:spPr>
        <p:txBody>
          <a:bodyPr lIns="91440" rIns="91440" tIns="45720" bIns="45720" anchor="ctr">
            <a:noAutofit/>
          </a:bodyPr>
          <a:lstStyle>
            <a:lvl1pPr indent="0">
              <a:buNone/>
              <a:defRPr b="0" lang="es-ES" sz="1400" spc="-1" strike="noStrike">
                <a:solidFill>
                  <a:srgbClr val="000000"/>
                </a:solidFill>
                <a:latin typeface="Times New Roman"/>
              </a:defRPr>
            </a:lvl1pPr>
          </a:lstStyle>
          <a:p>
            <a:pPr indent="0">
              <a:buNone/>
            </a:pPr>
            <a:r>
              <a:rPr b="0" lang="es-ES" sz="1400" spc="-1" strike="noStrike">
                <a:solidFill>
                  <a:srgbClr val="000000"/>
                </a:solidFill>
                <a:latin typeface="Times New Roman"/>
              </a:rPr>
              <a:t>&lt;fecha/hora&gt;</a:t>
            </a:r>
            <a:endParaRPr b="0" lang="es-E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indent="0">
              <a:buNone/>
            </a:pPr>
            <a:r>
              <a:rPr b="0" lang="es-ES" sz="1800" spc="-1" strike="noStrike">
                <a:solidFill>
                  <a:srgbClr val="000000"/>
                </a:solidFill>
                <a:latin typeface="Arial"/>
              </a:rPr>
              <a:t>Pulse para editar el formato del texto de título</a:t>
            </a:r>
            <a:endParaRPr b="0" lang="es-ES" sz="1800" spc="-1" strike="noStrike">
              <a:solidFill>
                <a:srgbClr val="000000"/>
              </a:solidFill>
              <a:latin typeface="Arial"/>
            </a:endParaRPr>
          </a:p>
        </p:txBody>
      </p:sp>
      <p:sp>
        <p:nvSpPr>
          <p:cNvPr id="50" name="PlaceHolder 2"/>
          <p:cNvSpPr>
            <a:spLocks noGrp="1"/>
          </p:cNvSpPr>
          <p:nvPr>
            <p:ph type="ftr" idx="25"/>
          </p:nvPr>
        </p:nvSpPr>
        <p:spPr>
          <a:xfrm>
            <a:off x="4038480" y="6356520"/>
            <a:ext cx="4106520" cy="3567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s-ES" sz="1400" spc="-1" strike="noStrike">
                <a:solidFill>
                  <a:srgbClr val="000000"/>
                </a:solidFill>
                <a:latin typeface="Times New Roman"/>
              </a:defRPr>
            </a:lvl1pPr>
          </a:lstStyle>
          <a:p>
            <a:pPr indent="0" algn="ctr">
              <a:lnSpc>
                <a:spcPct val="100000"/>
              </a:lnSpc>
              <a:buNone/>
              <a:tabLst>
                <a:tab algn="l" pos="0"/>
              </a:tabLst>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51" name="PlaceHolder 3"/>
          <p:cNvSpPr>
            <a:spLocks noGrp="1"/>
          </p:cNvSpPr>
          <p:nvPr>
            <p:ph type="sldNum" idx="26"/>
          </p:nvPr>
        </p:nvSpPr>
        <p:spPr>
          <a:xfrm>
            <a:off x="8610480" y="6356520"/>
            <a:ext cx="2734920" cy="356760"/>
          </a:xfrm>
          <a:prstGeom prst="rect">
            <a:avLst/>
          </a:prstGeom>
          <a:noFill/>
          <a:ln w="0">
            <a:noFill/>
          </a:ln>
        </p:spPr>
        <p:txBody>
          <a:bodyPr lIns="91440" rIns="91440" tIns="45720" bIns="45720" anchor="ctr">
            <a:noAutofit/>
          </a:bodyPr>
          <a:lstStyle>
            <a:lvl1pPr indent="0">
              <a:lnSpc>
                <a:spcPct val="100000"/>
              </a:lnSpc>
              <a:buNone/>
              <a:tabLst>
                <a:tab algn="l" pos="0"/>
              </a:tabLst>
              <a:defRPr b="0" lang="es-ES" sz="1400" spc="-1" strike="noStrike">
                <a:solidFill>
                  <a:srgbClr val="000000"/>
                </a:solidFill>
                <a:latin typeface="Times New Roman"/>
              </a:defRPr>
            </a:lvl1pPr>
          </a:lstStyle>
          <a:p>
            <a:pPr indent="0">
              <a:lnSpc>
                <a:spcPct val="100000"/>
              </a:lnSpc>
              <a:buNone/>
              <a:tabLst>
                <a:tab algn="l" pos="0"/>
              </a:tabLst>
            </a:pPr>
            <a:fld id="{FF73C33A-67D9-4F4B-B37F-06B3DDF5416A}" type="slidenum">
              <a:rPr b="0" lang="es-ES" sz="1400" spc="-1" strike="noStrike">
                <a:solidFill>
                  <a:srgbClr val="000000"/>
                </a:solidFill>
                <a:latin typeface="Times New Roman"/>
              </a:rPr>
              <a:t>&lt;número&gt;</a:t>
            </a:fld>
            <a:endParaRPr b="0" lang="es-ES" sz="1400" spc="-1" strike="noStrike">
              <a:solidFill>
                <a:srgbClr val="000000"/>
              </a:solidFill>
              <a:latin typeface="Times New Roman"/>
            </a:endParaRPr>
          </a:p>
        </p:txBody>
      </p:sp>
      <p:sp>
        <p:nvSpPr>
          <p:cNvPr id="52" name="PlaceHolder 4"/>
          <p:cNvSpPr>
            <a:spLocks noGrp="1"/>
          </p:cNvSpPr>
          <p:nvPr>
            <p:ph type="dt" idx="27"/>
          </p:nvPr>
        </p:nvSpPr>
        <p:spPr>
          <a:xfrm>
            <a:off x="838080" y="6356520"/>
            <a:ext cx="2734920" cy="356760"/>
          </a:xfrm>
          <a:prstGeom prst="rect">
            <a:avLst/>
          </a:prstGeom>
          <a:noFill/>
          <a:ln w="0">
            <a:noFill/>
          </a:ln>
        </p:spPr>
        <p:txBody>
          <a:bodyPr lIns="91440" rIns="91440" tIns="45720" bIns="45720" anchor="ctr">
            <a:noAutofit/>
          </a:bodyPr>
          <a:lstStyle>
            <a:lvl1pPr indent="0">
              <a:buNone/>
              <a:defRPr b="0" lang="es-ES" sz="1400" spc="-1" strike="noStrike">
                <a:solidFill>
                  <a:srgbClr val="000000"/>
                </a:solidFill>
                <a:latin typeface="Times New Roman"/>
              </a:defRPr>
            </a:lvl1pPr>
          </a:lstStyle>
          <a:p>
            <a:pPr indent="0">
              <a:buNone/>
            </a:pPr>
            <a:r>
              <a:rPr b="0" lang="es-ES" sz="1400" spc="-1" strike="noStrike">
                <a:solidFill>
                  <a:srgbClr val="000000"/>
                </a:solidFill>
                <a:latin typeface="Times New Roman"/>
              </a:rPr>
              <a:t>&lt;fecha/hora&gt;</a:t>
            </a:r>
            <a:endParaRPr b="0" lang="es-E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indent="0">
              <a:buNone/>
            </a:pPr>
            <a:r>
              <a:rPr b="0" lang="es-ES" sz="1800" spc="-1" strike="noStrike">
                <a:solidFill>
                  <a:srgbClr val="000000"/>
                </a:solidFill>
                <a:latin typeface="Arial"/>
              </a:rPr>
              <a:t>Pulse para editar el formato del texto de título</a:t>
            </a:r>
            <a:endParaRPr b="0" lang="es-ES" sz="1800" spc="-1" strike="noStrike">
              <a:solidFill>
                <a:srgbClr val="000000"/>
              </a:solidFill>
              <a:latin typeface="Arial"/>
            </a:endParaRPr>
          </a:p>
        </p:txBody>
      </p:sp>
      <p:sp>
        <p:nvSpPr>
          <p:cNvPr id="56" name="PlaceHolder 2"/>
          <p:cNvSpPr>
            <a:spLocks noGrp="1"/>
          </p:cNvSpPr>
          <p:nvPr>
            <p:ph type="ftr" idx="28"/>
          </p:nvPr>
        </p:nvSpPr>
        <p:spPr>
          <a:xfrm>
            <a:off x="4038480" y="6356520"/>
            <a:ext cx="4106520" cy="3567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s-ES" sz="1400" spc="-1" strike="noStrike">
                <a:solidFill>
                  <a:srgbClr val="000000"/>
                </a:solidFill>
                <a:latin typeface="Times New Roman"/>
              </a:defRPr>
            </a:lvl1pPr>
          </a:lstStyle>
          <a:p>
            <a:pPr indent="0" algn="ctr">
              <a:lnSpc>
                <a:spcPct val="100000"/>
              </a:lnSpc>
              <a:buNone/>
              <a:tabLst>
                <a:tab algn="l" pos="0"/>
              </a:tabLst>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57" name="PlaceHolder 3"/>
          <p:cNvSpPr>
            <a:spLocks noGrp="1"/>
          </p:cNvSpPr>
          <p:nvPr>
            <p:ph type="sldNum" idx="29"/>
          </p:nvPr>
        </p:nvSpPr>
        <p:spPr>
          <a:xfrm>
            <a:off x="8610480" y="6356520"/>
            <a:ext cx="2734920" cy="356760"/>
          </a:xfrm>
          <a:prstGeom prst="rect">
            <a:avLst/>
          </a:prstGeom>
          <a:noFill/>
          <a:ln w="0">
            <a:noFill/>
          </a:ln>
        </p:spPr>
        <p:txBody>
          <a:bodyPr lIns="91440" rIns="91440" tIns="45720" bIns="45720" anchor="ctr">
            <a:noAutofit/>
          </a:bodyPr>
          <a:lstStyle>
            <a:lvl1pPr indent="0">
              <a:lnSpc>
                <a:spcPct val="100000"/>
              </a:lnSpc>
              <a:buNone/>
              <a:tabLst>
                <a:tab algn="l" pos="0"/>
              </a:tabLst>
              <a:defRPr b="0" lang="es-ES" sz="1400" spc="-1" strike="noStrike">
                <a:solidFill>
                  <a:srgbClr val="000000"/>
                </a:solidFill>
                <a:latin typeface="Times New Roman"/>
              </a:defRPr>
            </a:lvl1pPr>
          </a:lstStyle>
          <a:p>
            <a:pPr indent="0">
              <a:lnSpc>
                <a:spcPct val="100000"/>
              </a:lnSpc>
              <a:buNone/>
              <a:tabLst>
                <a:tab algn="l" pos="0"/>
              </a:tabLst>
            </a:pPr>
            <a:fld id="{9C834195-E83F-4431-A3A9-349EA3653F56}" type="slidenum">
              <a:rPr b="0" lang="es-ES" sz="1400" spc="-1" strike="noStrike">
                <a:solidFill>
                  <a:srgbClr val="000000"/>
                </a:solidFill>
                <a:latin typeface="Times New Roman"/>
              </a:rPr>
              <a:t>&lt;número&gt;</a:t>
            </a:fld>
            <a:endParaRPr b="0" lang="es-ES" sz="1400" spc="-1" strike="noStrike">
              <a:solidFill>
                <a:srgbClr val="000000"/>
              </a:solidFill>
              <a:latin typeface="Times New Roman"/>
            </a:endParaRPr>
          </a:p>
        </p:txBody>
      </p:sp>
      <p:sp>
        <p:nvSpPr>
          <p:cNvPr id="58" name="PlaceHolder 4"/>
          <p:cNvSpPr>
            <a:spLocks noGrp="1"/>
          </p:cNvSpPr>
          <p:nvPr>
            <p:ph type="dt" idx="30"/>
          </p:nvPr>
        </p:nvSpPr>
        <p:spPr>
          <a:xfrm>
            <a:off x="838080" y="6356520"/>
            <a:ext cx="2734920" cy="356760"/>
          </a:xfrm>
          <a:prstGeom prst="rect">
            <a:avLst/>
          </a:prstGeom>
          <a:noFill/>
          <a:ln w="0">
            <a:noFill/>
          </a:ln>
        </p:spPr>
        <p:txBody>
          <a:bodyPr lIns="91440" rIns="91440" tIns="45720" bIns="45720" anchor="ctr">
            <a:noAutofit/>
          </a:bodyPr>
          <a:lstStyle>
            <a:lvl1pPr indent="0">
              <a:buNone/>
              <a:defRPr b="0" lang="es-ES" sz="1400" spc="-1" strike="noStrike">
                <a:solidFill>
                  <a:srgbClr val="000000"/>
                </a:solidFill>
                <a:latin typeface="Times New Roman"/>
              </a:defRPr>
            </a:lvl1pPr>
          </a:lstStyle>
          <a:p>
            <a:pPr indent="0">
              <a:buNone/>
            </a:pPr>
            <a:r>
              <a:rPr b="0" lang="es-ES" sz="1400" spc="-1" strike="noStrike">
                <a:solidFill>
                  <a:srgbClr val="000000"/>
                </a:solidFill>
                <a:latin typeface="Times New Roman"/>
              </a:rPr>
              <a:t>&lt;fecha/hora&gt;</a:t>
            </a:r>
            <a:endParaRPr b="0" lang="es-E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indent="0">
              <a:buNone/>
            </a:pPr>
            <a:r>
              <a:rPr b="0" lang="es-ES" sz="1800" spc="-1" strike="noStrike">
                <a:solidFill>
                  <a:srgbClr val="000000"/>
                </a:solidFill>
                <a:latin typeface="Arial"/>
              </a:rPr>
              <a:t>Pulse para editar el formato del texto de título</a:t>
            </a:r>
            <a:endParaRPr b="0" lang="es-ES" sz="1800" spc="-1" strike="noStrike">
              <a:solidFill>
                <a:srgbClr val="000000"/>
              </a:solidFill>
              <a:latin typeface="Arial"/>
            </a:endParaRPr>
          </a:p>
        </p:txBody>
      </p:sp>
      <p:sp>
        <p:nvSpPr>
          <p:cNvPr id="62" name="PlaceHolder 2"/>
          <p:cNvSpPr>
            <a:spLocks noGrp="1"/>
          </p:cNvSpPr>
          <p:nvPr>
            <p:ph type="ftr" idx="31"/>
          </p:nvPr>
        </p:nvSpPr>
        <p:spPr>
          <a:xfrm>
            <a:off x="4038480" y="6356520"/>
            <a:ext cx="4106520" cy="3567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s-ES" sz="1400" spc="-1" strike="noStrike">
                <a:solidFill>
                  <a:srgbClr val="000000"/>
                </a:solidFill>
                <a:latin typeface="Times New Roman"/>
              </a:defRPr>
            </a:lvl1pPr>
          </a:lstStyle>
          <a:p>
            <a:pPr indent="0" algn="ctr">
              <a:lnSpc>
                <a:spcPct val="100000"/>
              </a:lnSpc>
              <a:buNone/>
              <a:tabLst>
                <a:tab algn="l" pos="0"/>
              </a:tabLst>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63" name="PlaceHolder 3"/>
          <p:cNvSpPr>
            <a:spLocks noGrp="1"/>
          </p:cNvSpPr>
          <p:nvPr>
            <p:ph type="sldNum" idx="32"/>
          </p:nvPr>
        </p:nvSpPr>
        <p:spPr>
          <a:xfrm>
            <a:off x="8610480" y="6356520"/>
            <a:ext cx="2734920" cy="356760"/>
          </a:xfrm>
          <a:prstGeom prst="rect">
            <a:avLst/>
          </a:prstGeom>
          <a:noFill/>
          <a:ln w="0">
            <a:noFill/>
          </a:ln>
        </p:spPr>
        <p:txBody>
          <a:bodyPr lIns="91440" rIns="91440" tIns="45720" bIns="45720" anchor="ctr">
            <a:noAutofit/>
          </a:bodyPr>
          <a:lstStyle>
            <a:lvl1pPr indent="0">
              <a:lnSpc>
                <a:spcPct val="100000"/>
              </a:lnSpc>
              <a:buNone/>
              <a:tabLst>
                <a:tab algn="l" pos="0"/>
              </a:tabLst>
              <a:defRPr b="0" lang="es-ES" sz="1400" spc="-1" strike="noStrike">
                <a:solidFill>
                  <a:srgbClr val="000000"/>
                </a:solidFill>
                <a:latin typeface="Times New Roman"/>
              </a:defRPr>
            </a:lvl1pPr>
          </a:lstStyle>
          <a:p>
            <a:pPr indent="0">
              <a:lnSpc>
                <a:spcPct val="100000"/>
              </a:lnSpc>
              <a:buNone/>
              <a:tabLst>
                <a:tab algn="l" pos="0"/>
              </a:tabLst>
            </a:pPr>
            <a:fld id="{627B9D6C-5FAF-4A46-97A3-A5535AF19586}" type="slidenum">
              <a:rPr b="0" lang="es-ES" sz="1400" spc="-1" strike="noStrike">
                <a:solidFill>
                  <a:srgbClr val="000000"/>
                </a:solidFill>
                <a:latin typeface="Times New Roman"/>
              </a:rPr>
              <a:t>&lt;número&gt;</a:t>
            </a:fld>
            <a:endParaRPr b="0" lang="es-ES" sz="1400" spc="-1" strike="noStrike">
              <a:solidFill>
                <a:srgbClr val="000000"/>
              </a:solidFill>
              <a:latin typeface="Times New Roman"/>
            </a:endParaRPr>
          </a:p>
        </p:txBody>
      </p:sp>
      <p:sp>
        <p:nvSpPr>
          <p:cNvPr id="64" name="PlaceHolder 4"/>
          <p:cNvSpPr>
            <a:spLocks noGrp="1"/>
          </p:cNvSpPr>
          <p:nvPr>
            <p:ph type="dt" idx="33"/>
          </p:nvPr>
        </p:nvSpPr>
        <p:spPr>
          <a:xfrm>
            <a:off x="838080" y="6356520"/>
            <a:ext cx="2734920" cy="356760"/>
          </a:xfrm>
          <a:prstGeom prst="rect">
            <a:avLst/>
          </a:prstGeom>
          <a:noFill/>
          <a:ln w="0">
            <a:noFill/>
          </a:ln>
        </p:spPr>
        <p:txBody>
          <a:bodyPr lIns="91440" rIns="91440" tIns="45720" bIns="45720" anchor="ctr">
            <a:noAutofit/>
          </a:bodyPr>
          <a:lstStyle>
            <a:lvl1pPr indent="0">
              <a:buNone/>
              <a:defRPr b="0" lang="es-ES" sz="1400" spc="-1" strike="noStrike">
                <a:solidFill>
                  <a:srgbClr val="000000"/>
                </a:solidFill>
                <a:latin typeface="Times New Roman"/>
              </a:defRPr>
            </a:lvl1pPr>
          </a:lstStyle>
          <a:p>
            <a:pPr indent="0">
              <a:buNone/>
            </a:pPr>
            <a:r>
              <a:rPr b="0" lang="es-ES" sz="1400" spc="-1" strike="noStrike">
                <a:solidFill>
                  <a:srgbClr val="000000"/>
                </a:solidFill>
                <a:latin typeface="Times New Roman"/>
              </a:rPr>
              <a:t>&lt;fecha/hora&gt;</a:t>
            </a:r>
            <a:endParaRPr b="0" lang="es-E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7"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indent="0">
              <a:buNone/>
            </a:pPr>
            <a:r>
              <a:rPr b="0" lang="es-ES" sz="1800" spc="-1" strike="noStrike">
                <a:solidFill>
                  <a:srgbClr val="000000"/>
                </a:solidFill>
                <a:latin typeface="Arial"/>
              </a:rPr>
              <a:t>Puls</a:t>
            </a:r>
            <a:r>
              <a:rPr b="0" lang="es-ES" sz="1800" spc="-1" strike="noStrike">
                <a:solidFill>
                  <a:srgbClr val="000000"/>
                </a:solidFill>
                <a:latin typeface="Arial"/>
              </a:rPr>
              <a:t>e </a:t>
            </a:r>
            <a:r>
              <a:rPr b="0" lang="es-ES" sz="1800" spc="-1" strike="noStrike">
                <a:solidFill>
                  <a:srgbClr val="000000"/>
                </a:solidFill>
                <a:latin typeface="Arial"/>
              </a:rPr>
              <a:t>para </a:t>
            </a:r>
            <a:r>
              <a:rPr b="0" lang="es-ES" sz="1800" spc="-1" strike="noStrike">
                <a:solidFill>
                  <a:srgbClr val="000000"/>
                </a:solidFill>
                <a:latin typeface="Arial"/>
              </a:rPr>
              <a:t>edita</a:t>
            </a:r>
            <a:r>
              <a:rPr b="0" lang="es-ES" sz="1800" spc="-1" strike="noStrike">
                <a:solidFill>
                  <a:srgbClr val="000000"/>
                </a:solidFill>
                <a:latin typeface="Arial"/>
              </a:rPr>
              <a:t>r el </a:t>
            </a:r>
            <a:r>
              <a:rPr b="0" lang="es-ES" sz="1800" spc="-1" strike="noStrike">
                <a:solidFill>
                  <a:srgbClr val="000000"/>
                </a:solidFill>
                <a:latin typeface="Arial"/>
              </a:rPr>
              <a:t>form</a:t>
            </a:r>
            <a:r>
              <a:rPr b="0" lang="es-ES" sz="1800" spc="-1" strike="noStrike">
                <a:solidFill>
                  <a:srgbClr val="000000"/>
                </a:solidFill>
                <a:latin typeface="Arial"/>
              </a:rPr>
              <a:t>ato </a:t>
            </a:r>
            <a:r>
              <a:rPr b="0" lang="es-ES" sz="1800" spc="-1" strike="noStrike">
                <a:solidFill>
                  <a:srgbClr val="000000"/>
                </a:solidFill>
                <a:latin typeface="Arial"/>
              </a:rPr>
              <a:t>del </a:t>
            </a:r>
            <a:r>
              <a:rPr b="0" lang="es-ES" sz="1800" spc="-1" strike="noStrike">
                <a:solidFill>
                  <a:srgbClr val="000000"/>
                </a:solidFill>
                <a:latin typeface="Arial"/>
              </a:rPr>
              <a:t>texto </a:t>
            </a:r>
            <a:r>
              <a:rPr b="0" lang="es-ES" sz="1800" spc="-1" strike="noStrike">
                <a:solidFill>
                  <a:srgbClr val="000000"/>
                </a:solidFill>
                <a:latin typeface="Arial"/>
              </a:rPr>
              <a:t>de </a:t>
            </a:r>
            <a:r>
              <a:rPr b="0" lang="es-ES" sz="1800" spc="-1" strike="noStrike">
                <a:solidFill>
                  <a:srgbClr val="000000"/>
                </a:solidFill>
                <a:latin typeface="Arial"/>
              </a:rPr>
              <a:t>título</a:t>
            </a:r>
            <a:endParaRPr b="0" lang="es-ES" sz="1800" spc="-1" strike="noStrike">
              <a:solidFill>
                <a:srgbClr val="000000"/>
              </a:solidFill>
              <a:latin typeface="Arial"/>
            </a:endParaRPr>
          </a:p>
        </p:txBody>
      </p:sp>
      <p:sp>
        <p:nvSpPr>
          <p:cNvPr id="68" name="PlaceHolder 2"/>
          <p:cNvSpPr>
            <a:spLocks noGrp="1"/>
          </p:cNvSpPr>
          <p:nvPr>
            <p:ph type="ftr" idx="34"/>
          </p:nvPr>
        </p:nvSpPr>
        <p:spPr>
          <a:xfrm>
            <a:off x="4038480" y="6356520"/>
            <a:ext cx="4106520" cy="3567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s-ES" sz="1400" spc="-1" strike="noStrike">
                <a:solidFill>
                  <a:srgbClr val="000000"/>
                </a:solidFill>
                <a:latin typeface="Times New Roman"/>
              </a:defRPr>
            </a:lvl1pPr>
          </a:lstStyle>
          <a:p>
            <a:pPr indent="0" algn="ctr">
              <a:lnSpc>
                <a:spcPct val="100000"/>
              </a:lnSpc>
              <a:buNone/>
              <a:tabLst>
                <a:tab algn="l" pos="0"/>
              </a:tabLst>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69" name="PlaceHolder 3"/>
          <p:cNvSpPr>
            <a:spLocks noGrp="1"/>
          </p:cNvSpPr>
          <p:nvPr>
            <p:ph type="sldNum" idx="35"/>
          </p:nvPr>
        </p:nvSpPr>
        <p:spPr>
          <a:xfrm>
            <a:off x="8610480" y="6356520"/>
            <a:ext cx="2734920" cy="356760"/>
          </a:xfrm>
          <a:prstGeom prst="rect">
            <a:avLst/>
          </a:prstGeom>
          <a:noFill/>
          <a:ln w="0">
            <a:noFill/>
          </a:ln>
        </p:spPr>
        <p:txBody>
          <a:bodyPr lIns="91440" rIns="91440" tIns="45720" bIns="45720" anchor="ctr">
            <a:noAutofit/>
          </a:bodyPr>
          <a:lstStyle>
            <a:lvl1pPr indent="0">
              <a:lnSpc>
                <a:spcPct val="100000"/>
              </a:lnSpc>
              <a:buNone/>
              <a:tabLst>
                <a:tab algn="l" pos="0"/>
              </a:tabLst>
              <a:defRPr b="0" lang="es-ES" sz="1400" spc="-1" strike="noStrike">
                <a:solidFill>
                  <a:srgbClr val="000000"/>
                </a:solidFill>
                <a:latin typeface="Times New Roman"/>
              </a:defRPr>
            </a:lvl1pPr>
          </a:lstStyle>
          <a:p>
            <a:pPr indent="0">
              <a:lnSpc>
                <a:spcPct val="100000"/>
              </a:lnSpc>
              <a:buNone/>
              <a:tabLst>
                <a:tab algn="l" pos="0"/>
              </a:tabLst>
            </a:pPr>
            <a:fld id="{581E3BB6-49CE-4133-87C1-1032C1FD3F3A}" type="slidenum">
              <a:rPr b="0" lang="es-ES" sz="1400" spc="-1" strike="noStrike">
                <a:solidFill>
                  <a:srgbClr val="000000"/>
                </a:solidFill>
                <a:latin typeface="Times New Roman"/>
              </a:rPr>
              <a:t>&lt;número&gt;</a:t>
            </a:fld>
            <a:endParaRPr b="0" lang="es-ES" sz="1400" spc="-1" strike="noStrike">
              <a:solidFill>
                <a:srgbClr val="000000"/>
              </a:solidFill>
              <a:latin typeface="Times New Roman"/>
            </a:endParaRPr>
          </a:p>
        </p:txBody>
      </p:sp>
      <p:sp>
        <p:nvSpPr>
          <p:cNvPr id="70" name="PlaceHolder 4"/>
          <p:cNvSpPr>
            <a:spLocks noGrp="1"/>
          </p:cNvSpPr>
          <p:nvPr>
            <p:ph type="dt" idx="36"/>
          </p:nvPr>
        </p:nvSpPr>
        <p:spPr>
          <a:xfrm>
            <a:off x="838080" y="6356520"/>
            <a:ext cx="2734920" cy="356760"/>
          </a:xfrm>
          <a:prstGeom prst="rect">
            <a:avLst/>
          </a:prstGeom>
          <a:noFill/>
          <a:ln w="0">
            <a:noFill/>
          </a:ln>
        </p:spPr>
        <p:txBody>
          <a:bodyPr lIns="91440" rIns="91440" tIns="45720" bIns="45720" anchor="ctr">
            <a:noAutofit/>
          </a:bodyPr>
          <a:lstStyle>
            <a:lvl1pPr indent="0">
              <a:buNone/>
              <a:defRPr b="0" lang="es-ES" sz="1400" spc="-1" strike="noStrike">
                <a:solidFill>
                  <a:srgbClr val="000000"/>
                </a:solidFill>
                <a:latin typeface="Times New Roman"/>
              </a:defRPr>
            </a:lvl1pPr>
          </a:lstStyle>
          <a:p>
            <a:pPr indent="0">
              <a:buNone/>
            </a:pPr>
            <a:r>
              <a:rPr b="0" lang="es-ES" sz="1400" spc="-1" strike="noStrike">
                <a:solidFill>
                  <a:srgbClr val="000000"/>
                </a:solidFill>
                <a:latin typeface="Times New Roman"/>
              </a:rPr>
              <a:t>&lt;fecha/hora&gt;</a:t>
            </a:r>
            <a:endParaRPr b="0" lang="es-E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3"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indent="0">
              <a:buNone/>
            </a:pPr>
            <a:r>
              <a:rPr b="0" lang="es-ES" sz="1800" spc="-1" strike="noStrike">
                <a:solidFill>
                  <a:srgbClr val="000000"/>
                </a:solidFill>
                <a:latin typeface="Arial"/>
              </a:rPr>
              <a:t>Pulse para editar el formato del texto de título</a:t>
            </a:r>
            <a:endParaRPr b="0" lang="es-ES" sz="1800" spc="-1" strike="noStrike">
              <a:solidFill>
                <a:srgbClr val="000000"/>
              </a:solidFill>
              <a:latin typeface="Arial"/>
            </a:endParaRPr>
          </a:p>
        </p:txBody>
      </p:sp>
      <p:sp>
        <p:nvSpPr>
          <p:cNvPr id="74" name="PlaceHolder 2"/>
          <p:cNvSpPr>
            <a:spLocks noGrp="1"/>
          </p:cNvSpPr>
          <p:nvPr>
            <p:ph type="ftr" idx="37"/>
          </p:nvPr>
        </p:nvSpPr>
        <p:spPr>
          <a:xfrm>
            <a:off x="4038480" y="6356520"/>
            <a:ext cx="4109040" cy="3592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s-ES" sz="1400" spc="-1" strike="noStrike">
                <a:solidFill>
                  <a:srgbClr val="000000"/>
                </a:solidFill>
                <a:latin typeface="Times New Roman"/>
              </a:defRPr>
            </a:lvl1pPr>
          </a:lstStyle>
          <a:p>
            <a:pPr indent="0" algn="ctr">
              <a:lnSpc>
                <a:spcPct val="100000"/>
              </a:lnSpc>
              <a:buNone/>
              <a:tabLst>
                <a:tab algn="l" pos="0"/>
              </a:tabLst>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75" name="PlaceHolder 3"/>
          <p:cNvSpPr>
            <a:spLocks noGrp="1"/>
          </p:cNvSpPr>
          <p:nvPr>
            <p:ph type="sldNum" idx="38"/>
          </p:nvPr>
        </p:nvSpPr>
        <p:spPr>
          <a:xfrm>
            <a:off x="8610480" y="6356520"/>
            <a:ext cx="2737440" cy="359280"/>
          </a:xfrm>
          <a:prstGeom prst="rect">
            <a:avLst/>
          </a:prstGeom>
          <a:noFill/>
          <a:ln w="0">
            <a:noFill/>
          </a:ln>
        </p:spPr>
        <p:txBody>
          <a:bodyPr lIns="91440" rIns="91440" tIns="45720" bIns="45720" anchor="ctr">
            <a:noAutofit/>
          </a:bodyPr>
          <a:lstStyle>
            <a:lvl1pPr indent="0">
              <a:lnSpc>
                <a:spcPct val="100000"/>
              </a:lnSpc>
              <a:buNone/>
              <a:tabLst>
                <a:tab algn="l" pos="0"/>
              </a:tabLst>
              <a:defRPr b="0" lang="es-ES" sz="1400" spc="-1" strike="noStrike">
                <a:solidFill>
                  <a:srgbClr val="000000"/>
                </a:solidFill>
                <a:latin typeface="Times New Roman"/>
              </a:defRPr>
            </a:lvl1pPr>
          </a:lstStyle>
          <a:p>
            <a:pPr indent="0">
              <a:lnSpc>
                <a:spcPct val="100000"/>
              </a:lnSpc>
              <a:buNone/>
              <a:tabLst>
                <a:tab algn="l" pos="0"/>
              </a:tabLst>
            </a:pPr>
            <a:fld id="{A2013485-C264-4DC5-A990-2C5AF9AF4B8F}" type="slidenum">
              <a:rPr b="0" lang="es-ES" sz="1400" spc="-1" strike="noStrike">
                <a:solidFill>
                  <a:srgbClr val="000000"/>
                </a:solidFill>
                <a:latin typeface="Times New Roman"/>
              </a:rPr>
              <a:t>&lt;número&gt;</a:t>
            </a:fld>
            <a:endParaRPr b="0" lang="es-ES" sz="1400" spc="-1" strike="noStrike">
              <a:solidFill>
                <a:srgbClr val="000000"/>
              </a:solidFill>
              <a:latin typeface="Times New Roman"/>
            </a:endParaRPr>
          </a:p>
        </p:txBody>
      </p:sp>
      <p:sp>
        <p:nvSpPr>
          <p:cNvPr id="76" name="PlaceHolder 4"/>
          <p:cNvSpPr>
            <a:spLocks noGrp="1"/>
          </p:cNvSpPr>
          <p:nvPr>
            <p:ph type="dt" idx="39"/>
          </p:nvPr>
        </p:nvSpPr>
        <p:spPr>
          <a:xfrm>
            <a:off x="838080" y="6356520"/>
            <a:ext cx="2737440" cy="359280"/>
          </a:xfrm>
          <a:prstGeom prst="rect">
            <a:avLst/>
          </a:prstGeom>
          <a:noFill/>
          <a:ln w="0">
            <a:noFill/>
          </a:ln>
        </p:spPr>
        <p:txBody>
          <a:bodyPr lIns="91440" rIns="91440" tIns="45720" bIns="45720" anchor="ctr">
            <a:noAutofit/>
          </a:bodyPr>
          <a:lstStyle>
            <a:lvl1pPr indent="0">
              <a:buNone/>
              <a:defRPr b="0" lang="es-ES" sz="1400" spc="-1" strike="noStrike">
                <a:solidFill>
                  <a:srgbClr val="000000"/>
                </a:solidFill>
                <a:latin typeface="Times New Roman"/>
              </a:defRPr>
            </a:lvl1pPr>
          </a:lstStyle>
          <a:p>
            <a:pPr indent="0">
              <a:buNone/>
            </a:pPr>
            <a:r>
              <a:rPr b="0" lang="es-ES" sz="1400" spc="-1" strike="noStrike">
                <a:solidFill>
                  <a:srgbClr val="000000"/>
                </a:solidFill>
                <a:latin typeface="Times New Roman"/>
              </a:rPr>
              <a:t>&lt;fecha/hora&gt;</a:t>
            </a:r>
            <a:endParaRPr b="0" lang="es-ES" sz="1400" spc="-1" strike="noStrike">
              <a:solidFill>
                <a:srgbClr val="000000"/>
              </a:solidFill>
              <a:latin typeface="Times New Roman"/>
            </a:endParaRPr>
          </a:p>
        </p:txBody>
      </p:sp>
      <p:sp>
        <p:nvSpPr>
          <p:cNvPr id="77"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pc="-1" strike="noStrike">
                <a:solidFill>
                  <a:srgbClr val="000000"/>
                </a:solidFill>
                <a:latin typeface="Arial"/>
              </a:rPr>
              <a:t>Pulse para editar el formato de texto del esquema</a:t>
            </a:r>
            <a:endParaRPr b="0" lang="es-E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ES" sz="2800" spc="-1" strike="noStrike">
                <a:solidFill>
                  <a:srgbClr val="000000"/>
                </a:solidFill>
                <a:latin typeface="Arial"/>
              </a:rPr>
              <a:t>Segundo nivel del esquema</a:t>
            </a:r>
            <a:endParaRPr b="0" lang="es-E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ES" sz="2400" spc="-1" strike="noStrike">
                <a:solidFill>
                  <a:srgbClr val="000000"/>
                </a:solidFill>
                <a:latin typeface="Arial"/>
              </a:rPr>
              <a:t>Tercer nivel del esquema</a:t>
            </a:r>
            <a:endParaRPr b="0" lang="es-E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ES" sz="2000" spc="-1" strike="noStrike">
                <a:solidFill>
                  <a:srgbClr val="000000"/>
                </a:solidFill>
                <a:latin typeface="Arial"/>
              </a:rPr>
              <a:t>Cuarto nivel del esquema</a:t>
            </a:r>
            <a:endParaRPr b="0" lang="es-E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ES" sz="2000" spc="-1" strike="noStrike">
                <a:solidFill>
                  <a:srgbClr val="000000"/>
                </a:solidFill>
                <a:latin typeface="Arial"/>
              </a:rPr>
              <a:t>Quinto nivel del esquema</a:t>
            </a:r>
            <a:endParaRPr b="0" lang="es-E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ES" sz="2000" spc="-1" strike="noStrike">
                <a:solidFill>
                  <a:srgbClr val="000000"/>
                </a:solidFill>
                <a:latin typeface="Arial"/>
              </a:rPr>
              <a:t>Sexto nivel del esquema</a:t>
            </a:r>
            <a:endParaRPr b="0" lang="es-E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ES" sz="2000" spc="-1" strike="noStrike">
                <a:solidFill>
                  <a:srgbClr val="000000"/>
                </a:solidFill>
                <a:latin typeface="Arial"/>
              </a:rPr>
              <a:t>Séptimo nivel del esquema</a:t>
            </a:r>
            <a:endParaRPr b="0" lang="es-E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slideLayout" Target="../slideLayouts/slideLayout2.xml"/><Relationship Id="rId4"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3.png"/><Relationship Id="rId3" Type="http://schemas.openxmlformats.org/officeDocument/2006/relationships/image" Target="../media/image3.png"/><Relationship Id="rId4" Type="http://schemas.openxmlformats.org/officeDocument/2006/relationships/image" Target="../media/image3.png"/><Relationship Id="rId5" Type="http://schemas.openxmlformats.org/officeDocument/2006/relationships/image" Target="../media/image3.png"/><Relationship Id="rId6" Type="http://schemas.openxmlformats.org/officeDocument/2006/relationships/image" Target="../media/image3.png"/><Relationship Id="rId7" Type="http://schemas.openxmlformats.org/officeDocument/2006/relationships/image" Target="../media/image3.png"/><Relationship Id="rId8" Type="http://schemas.openxmlformats.org/officeDocument/2006/relationships/image" Target="../media/image3.png"/><Relationship Id="rId9" Type="http://schemas.openxmlformats.org/officeDocument/2006/relationships/image" Target="../media/image3.png"/><Relationship Id="rId10" Type="http://schemas.openxmlformats.org/officeDocument/2006/relationships/image" Target="../media/image4.png"/><Relationship Id="rId11" Type="http://schemas.openxmlformats.org/officeDocument/2006/relationships/image" Target="../media/image3.png"/><Relationship Id="rId12" Type="http://schemas.openxmlformats.org/officeDocument/2006/relationships/image" Target="../media/image3.png"/><Relationship Id="rId13" Type="http://schemas.openxmlformats.org/officeDocument/2006/relationships/image" Target="../media/image3.png"/><Relationship Id="rId14" Type="http://schemas.openxmlformats.org/officeDocument/2006/relationships/slideLayout" Target="../slideLayouts/slideLayout2.xml"/><Relationship Id="rId15"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oleObject" Target="../embeddings/oleObject1.bin"/><Relationship Id="rId7" Type="http://schemas.openxmlformats.org/officeDocument/2006/relationships/image" Target="../media/image10.wmf"/><Relationship Id="rId8" Type="http://schemas.openxmlformats.org/officeDocument/2006/relationships/slideLayout" Target="../slideLayouts/slideLayout2.xml"/><Relationship Id="rId9"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slideLayout" Target="../slideLayouts/slideLayout2.xml"/><Relationship Id="rId8"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22.jpeg"/><Relationship Id="rId2" Type="http://schemas.openxmlformats.org/officeDocument/2006/relationships/image" Target="../media/image23.jpeg"/><Relationship Id="rId3" Type="http://schemas.openxmlformats.org/officeDocument/2006/relationships/slideLayout" Target="../slideLayouts/slideLayout2.xml"/><Relationship Id="rId4"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jpeg"/><Relationship Id="rId3" Type="http://schemas.openxmlformats.org/officeDocument/2006/relationships/slideLayout" Target="../slideLayouts/slideLayout2.xml"/><Relationship Id="rId4"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jpeg"/><Relationship Id="rId3" Type="http://schemas.openxmlformats.org/officeDocument/2006/relationships/slideLayout" Target="../slideLayouts/slideLayout2.xml"/><Relationship Id="rId4"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image" Target="../media/image29.jpeg"/><Relationship Id="rId3" Type="http://schemas.openxmlformats.org/officeDocument/2006/relationships/slideLayout" Target="../slideLayouts/slideLayout2.xml"/><Relationship Id="rId4"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30.jpeg"/><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3.jpeg"/><Relationship Id="rId3" Type="http://schemas.openxmlformats.org/officeDocument/2006/relationships/slideLayout" Target="../slideLayouts/slideLayout2.xml"/><Relationship Id="rId4"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34.jpeg"/><Relationship Id="rId2" Type="http://schemas.openxmlformats.org/officeDocument/2006/relationships/slideLayout" Target="../slideLayouts/slideLayout2.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35.jpeg"/><Relationship Id="rId2" Type="http://schemas.openxmlformats.org/officeDocument/2006/relationships/image" Target="../media/image36.png"/><Relationship Id="rId3" Type="http://schemas.openxmlformats.org/officeDocument/2006/relationships/slideLayout" Target="../slideLayouts/slideLayout2.xml"/><Relationship Id="rId4"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37.jpeg"/><Relationship Id="rId2" Type="http://schemas.openxmlformats.org/officeDocument/2006/relationships/image" Target="../media/image24.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39.png"/><Relationship Id="rId6" Type="http://schemas.openxmlformats.org/officeDocument/2006/relationships/image" Target="../media/image38.png"/><Relationship Id="rId7" Type="http://schemas.openxmlformats.org/officeDocument/2006/relationships/image" Target="../media/image38.png"/><Relationship Id="rId8" Type="http://schemas.openxmlformats.org/officeDocument/2006/relationships/slideLayout" Target="../slideLayouts/slideLayout13.xml"/><Relationship Id="rId9"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40.png"/><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slideLayout" Target="../slideLayouts/slideLayout13.xml"/><Relationship Id="rId6"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2.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Rectángulo 19"/>
          <p:cNvSpPr/>
          <p:nvPr/>
        </p:nvSpPr>
        <p:spPr>
          <a:xfrm>
            <a:off x="0" y="3240"/>
            <a:ext cx="12183840" cy="591840"/>
          </a:xfrm>
          <a:prstGeom prst="rect">
            <a:avLst/>
          </a:prstGeom>
          <a:solidFill>
            <a:srgbClr val="c00000"/>
          </a:solidFill>
          <a:ln w="0">
            <a:noFill/>
          </a:ln>
        </p:spPr>
        <p:style>
          <a:lnRef idx="0"/>
          <a:fillRef idx="0"/>
          <a:effectRef idx="0"/>
          <a:fontRef idx="minor"/>
        </p:style>
        <p:txBody>
          <a:bodyPr lIns="90000" rIns="90000" tIns="45000" bIns="45000" anchor="t">
            <a:spAutoFit/>
          </a:bodyPr>
          <a:p>
            <a:pPr>
              <a:lnSpc>
                <a:spcPct val="100000"/>
              </a:lnSpc>
            </a:pPr>
            <a:endParaRPr b="0" lang="en-US" sz="2500" spc="-1" strike="noStrike">
              <a:solidFill>
                <a:schemeClr val="lt1"/>
              </a:solidFill>
              <a:latin typeface="Times New Roman"/>
              <a:ea typeface="MS Gothic"/>
            </a:endParaRPr>
          </a:p>
        </p:txBody>
      </p:sp>
      <p:sp>
        <p:nvSpPr>
          <p:cNvPr id="87" name="Rectángulo 20"/>
          <p:cNvSpPr/>
          <p:nvPr/>
        </p:nvSpPr>
        <p:spPr>
          <a:xfrm>
            <a:off x="1523880" y="4639680"/>
            <a:ext cx="9135720" cy="6382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s-ES" sz="1800" spc="-1" strike="noStrike">
                <a:solidFill>
                  <a:srgbClr val="c00000"/>
                </a:solidFill>
                <a:latin typeface="Arial"/>
                <a:ea typeface="MS Gothic"/>
              </a:rPr>
              <a:t>Autora:</a:t>
            </a:r>
            <a:endParaRPr b="0" lang="es-ES" sz="1800" spc="-1" strike="noStrike">
              <a:solidFill>
                <a:srgbClr val="000000"/>
              </a:solidFill>
              <a:latin typeface="Arial"/>
            </a:endParaRPr>
          </a:p>
          <a:p>
            <a:pPr algn="ctr" defTabSz="914400">
              <a:lnSpc>
                <a:spcPct val="100000"/>
              </a:lnSpc>
            </a:pPr>
            <a:r>
              <a:rPr b="0" lang="es-ES" sz="1800" spc="-1" strike="noStrike">
                <a:solidFill>
                  <a:srgbClr val="000000"/>
                </a:solidFill>
                <a:latin typeface="Arial"/>
                <a:ea typeface="MS Gothic"/>
              </a:rPr>
              <a:t>Yamilet Yero Hechavarría</a:t>
            </a:r>
            <a:endParaRPr b="0" lang="es-ES" sz="1800" spc="-1" strike="noStrike">
              <a:solidFill>
                <a:srgbClr val="000000"/>
              </a:solidFill>
              <a:latin typeface="Arial"/>
            </a:endParaRPr>
          </a:p>
        </p:txBody>
      </p:sp>
      <p:sp>
        <p:nvSpPr>
          <p:cNvPr id="88" name="Rectángulo 25"/>
          <p:cNvSpPr/>
          <p:nvPr/>
        </p:nvSpPr>
        <p:spPr>
          <a:xfrm>
            <a:off x="1523880" y="5522040"/>
            <a:ext cx="9135720" cy="6382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s-ES" sz="1800" spc="-1" strike="noStrike">
                <a:solidFill>
                  <a:srgbClr val="c00000"/>
                </a:solidFill>
                <a:latin typeface="Arial"/>
                <a:ea typeface="MS Gothic"/>
              </a:rPr>
              <a:t>Tutora:</a:t>
            </a:r>
            <a:endParaRPr b="0" lang="es-ES" sz="1800" spc="-1" strike="noStrike">
              <a:solidFill>
                <a:srgbClr val="000000"/>
              </a:solidFill>
              <a:latin typeface="Arial"/>
            </a:endParaRPr>
          </a:p>
          <a:p>
            <a:pPr algn="ctr" defTabSz="914400">
              <a:lnSpc>
                <a:spcPct val="100000"/>
              </a:lnSpc>
            </a:pPr>
            <a:r>
              <a:rPr b="0" lang="es-ES" sz="1800" spc="-1" strike="noStrike">
                <a:solidFill>
                  <a:srgbClr val="000000"/>
                </a:solidFill>
                <a:latin typeface="Arial"/>
                <a:ea typeface="MS Gothic"/>
              </a:rPr>
              <a:t>Ing. Annalie González Rodríguez</a:t>
            </a:r>
            <a:endParaRPr b="0" lang="es-ES" sz="1800" spc="-1" strike="noStrike">
              <a:solidFill>
                <a:srgbClr val="000000"/>
              </a:solidFill>
              <a:latin typeface="Arial"/>
            </a:endParaRPr>
          </a:p>
        </p:txBody>
      </p:sp>
      <p:sp>
        <p:nvSpPr>
          <p:cNvPr id="89" name="CuadroTexto 31"/>
          <p:cNvSpPr/>
          <p:nvPr/>
        </p:nvSpPr>
        <p:spPr>
          <a:xfrm>
            <a:off x="1703520" y="3266640"/>
            <a:ext cx="8776800" cy="3639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s-ES" sz="1800" spc="-1" strike="noStrike">
                <a:solidFill>
                  <a:srgbClr val="000000"/>
                </a:solidFill>
                <a:latin typeface="Arial"/>
                <a:ea typeface="DejaVu Sans"/>
              </a:rPr>
              <a:t>Trabajo de diploma en opción al título de Ingeniero Informático.</a:t>
            </a:r>
            <a:endParaRPr b="0" lang="es-ES" sz="1800" spc="-1" strike="noStrike">
              <a:solidFill>
                <a:srgbClr val="000000"/>
              </a:solidFill>
              <a:latin typeface="Arial"/>
            </a:endParaRPr>
          </a:p>
        </p:txBody>
      </p:sp>
      <p:sp>
        <p:nvSpPr>
          <p:cNvPr id="90" name="Rectángulo 26"/>
          <p:cNvSpPr/>
          <p:nvPr/>
        </p:nvSpPr>
        <p:spPr>
          <a:xfrm>
            <a:off x="3048120" y="880560"/>
            <a:ext cx="6087600" cy="6382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800" spc="-1" strike="noStrike">
                <a:solidFill>
                  <a:srgbClr val="000000"/>
                </a:solidFill>
                <a:latin typeface="Arial"/>
                <a:ea typeface="DejaVu Sans"/>
              </a:rPr>
              <a:t>Universidad</a:t>
            </a:r>
            <a:r>
              <a:rPr b="1" lang="en-US" sz="1800" spc="-1" strike="noStrike">
                <a:solidFill>
                  <a:srgbClr val="36363d"/>
                </a:solidFill>
                <a:latin typeface="Calibri"/>
                <a:ea typeface="DejaVu Sans"/>
              </a:rPr>
              <a:t> </a:t>
            </a:r>
            <a:r>
              <a:rPr b="1" lang="en-US" sz="1800" spc="-1" strike="noStrike">
                <a:solidFill>
                  <a:srgbClr val="000000"/>
                </a:solidFill>
                <a:latin typeface="Arial"/>
                <a:ea typeface="DejaVu Sans"/>
              </a:rPr>
              <a:t>de Las Tunas </a:t>
            </a:r>
            <a:br>
              <a:rPr sz="1800"/>
            </a:br>
            <a:r>
              <a:rPr b="1" lang="en-US" sz="1800" spc="-1" strike="noStrike">
                <a:solidFill>
                  <a:srgbClr val="000000"/>
                </a:solidFill>
                <a:latin typeface="Arial"/>
                <a:ea typeface="DejaVu Sans"/>
              </a:rPr>
              <a:t>Facultad de Ciencias Técnicas y Agropecuarias</a:t>
            </a:r>
            <a:endParaRPr b="0" lang="es-ES" sz="1800" spc="-1" strike="noStrike">
              <a:solidFill>
                <a:srgbClr val="000000"/>
              </a:solidFill>
              <a:latin typeface="Arial"/>
            </a:endParaRPr>
          </a:p>
        </p:txBody>
      </p:sp>
      <p:sp>
        <p:nvSpPr>
          <p:cNvPr id="91" name="Rectángulo 27"/>
          <p:cNvSpPr/>
          <p:nvPr/>
        </p:nvSpPr>
        <p:spPr>
          <a:xfrm>
            <a:off x="1185840" y="2462040"/>
            <a:ext cx="9811800" cy="3945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es-ES" sz="2000" spc="-1" strike="noStrike">
                <a:solidFill>
                  <a:srgbClr val="000000"/>
                </a:solidFill>
                <a:latin typeface="Arial"/>
                <a:ea typeface="MS Gothic"/>
              </a:rPr>
              <a:t>Sistema</a:t>
            </a:r>
            <a:r>
              <a:rPr b="1" lang="es-ES" sz="2000" spc="-1" strike="noStrike">
                <a:solidFill>
                  <a:srgbClr val="111111"/>
                </a:solidFill>
                <a:latin typeface="Arial"/>
                <a:ea typeface="Roboto"/>
              </a:rPr>
              <a:t> de gestión de menú en los comedores de la Universidad de Las Tunas</a:t>
            </a:r>
            <a:endParaRPr b="0" lang="es-E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Rectángulo 3"/>
          <p:cNvSpPr/>
          <p:nvPr/>
        </p:nvSpPr>
        <p:spPr>
          <a:xfrm>
            <a:off x="0" y="0"/>
            <a:ext cx="12183840" cy="660960"/>
          </a:xfrm>
          <a:prstGeom prst="rect">
            <a:avLst/>
          </a:prstGeom>
          <a:solidFill>
            <a:srgbClr val="c00000"/>
          </a:solidFill>
          <a:ln w="0">
            <a:noFill/>
          </a:ln>
        </p:spPr>
        <p:style>
          <a:lnRef idx="0"/>
          <a:fillRef idx="0"/>
          <a:effectRef idx="0"/>
          <a:fontRef idx="minor"/>
        </p:style>
        <p:txBody>
          <a:bodyPr lIns="90000" rIns="90000" tIns="45000" bIns="45000" anchor="t">
            <a:spAutoFit/>
          </a:bodyPr>
          <a:p>
            <a:pPr algn="ctr" defTabSz="914400">
              <a:lnSpc>
                <a:spcPct val="150000"/>
              </a:lnSpc>
              <a:spcAft>
                <a:spcPts val="601"/>
              </a:spcAft>
            </a:pPr>
            <a:r>
              <a:rPr b="0" lang="es-ES" sz="2500" spc="-1" strike="noStrike">
                <a:solidFill>
                  <a:schemeClr val="lt1"/>
                </a:solidFill>
                <a:latin typeface="Arial"/>
                <a:ea typeface="MS Gothic"/>
              </a:rPr>
              <a:t>GESTIÓN DE LA ALIMENTACIÓN </a:t>
            </a:r>
            <a:endParaRPr b="0" lang="es-ES" sz="2500" spc="-1" strike="noStrike">
              <a:solidFill>
                <a:srgbClr val="ffffff"/>
              </a:solidFill>
              <a:latin typeface="Arial"/>
            </a:endParaRPr>
          </a:p>
        </p:txBody>
      </p:sp>
      <p:pic>
        <p:nvPicPr>
          <p:cNvPr id="93" name="" descr=""/>
          <p:cNvPicPr/>
          <p:nvPr/>
        </p:nvPicPr>
        <p:blipFill>
          <a:blip r:embed="rId1"/>
          <a:stretch/>
        </p:blipFill>
        <p:spPr>
          <a:xfrm>
            <a:off x="595440" y="1238760"/>
            <a:ext cx="5067720" cy="3800520"/>
          </a:xfrm>
          <a:prstGeom prst="rect">
            <a:avLst/>
          </a:prstGeom>
          <a:ln w="0">
            <a:noFill/>
          </a:ln>
        </p:spPr>
      </p:pic>
      <p:pic>
        <p:nvPicPr>
          <p:cNvPr id="94" name="" descr=""/>
          <p:cNvPicPr/>
          <p:nvPr/>
        </p:nvPicPr>
        <p:blipFill>
          <a:blip r:embed="rId2"/>
          <a:srcRect l="26882" t="0" r="0" b="0"/>
          <a:stretch/>
        </p:blipFill>
        <p:spPr>
          <a:xfrm>
            <a:off x="6480000" y="2520000"/>
            <a:ext cx="5120640" cy="376452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95" name="Grupo 16"/>
          <p:cNvGrpSpPr/>
          <p:nvPr/>
        </p:nvGrpSpPr>
        <p:grpSpPr>
          <a:xfrm>
            <a:off x="194760" y="897120"/>
            <a:ext cx="11245680" cy="5114880"/>
            <a:chOff x="194760" y="897120"/>
            <a:chExt cx="11245680" cy="5114880"/>
          </a:xfrm>
        </p:grpSpPr>
        <p:grpSp>
          <p:nvGrpSpPr>
            <p:cNvPr id="96" name="Grupo 18"/>
            <p:cNvGrpSpPr/>
            <p:nvPr/>
          </p:nvGrpSpPr>
          <p:grpSpPr>
            <a:xfrm>
              <a:off x="194760" y="2772000"/>
              <a:ext cx="1597680" cy="1514880"/>
              <a:chOff x="194760" y="2772000"/>
              <a:chExt cx="1597680" cy="1514880"/>
            </a:xfrm>
          </p:grpSpPr>
          <p:pic>
            <p:nvPicPr>
              <p:cNvPr id="97" name="Picture 17" descr="C:\Documents and Settings\Administrador\Escritorio\User-ic2on.gif"/>
              <p:cNvPicPr/>
              <p:nvPr/>
            </p:nvPicPr>
            <p:blipFill>
              <a:blip r:embed="rId1"/>
              <a:stretch/>
            </p:blipFill>
            <p:spPr>
              <a:xfrm>
                <a:off x="607320" y="2772000"/>
                <a:ext cx="580680" cy="913320"/>
              </a:xfrm>
              <a:prstGeom prst="rect">
                <a:avLst/>
              </a:prstGeom>
              <a:ln w="0">
                <a:noFill/>
              </a:ln>
            </p:spPr>
          </p:pic>
          <p:sp>
            <p:nvSpPr>
              <p:cNvPr id="98" name="CuadroTexto 17"/>
              <p:cNvSpPr/>
              <p:nvPr/>
            </p:nvSpPr>
            <p:spPr>
              <a:xfrm>
                <a:off x="194760" y="3648600"/>
                <a:ext cx="1597680" cy="638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s-ES" sz="1800" spc="-1" strike="noStrike">
                    <a:solidFill>
                      <a:schemeClr val="dk1"/>
                    </a:solidFill>
                    <a:latin typeface="Arial"/>
                    <a:ea typeface="DejaVu Sans"/>
                  </a:rPr>
                  <a:t>Almacenero      Pepito Tey</a:t>
                </a:r>
                <a:endParaRPr b="0" lang="es-ES" sz="1800" spc="-1" strike="noStrike">
                  <a:solidFill>
                    <a:srgbClr val="000000"/>
                  </a:solidFill>
                  <a:latin typeface="Arial"/>
                </a:endParaRPr>
              </a:p>
            </p:txBody>
          </p:sp>
        </p:grpSp>
        <p:sp>
          <p:nvSpPr>
            <p:cNvPr id="99" name="CuadroTexto 18"/>
            <p:cNvSpPr/>
            <p:nvPr/>
          </p:nvSpPr>
          <p:spPr>
            <a:xfrm>
              <a:off x="5129280" y="3812400"/>
              <a:ext cx="1602000" cy="11772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s-ES" sz="1800" spc="-1" strike="noStrike">
                <a:solidFill>
                  <a:srgbClr val="000000"/>
                </a:solidFill>
                <a:latin typeface="Arial"/>
                <a:ea typeface="DejaVu Sans"/>
              </a:endParaRPr>
            </a:p>
          </p:txBody>
        </p:sp>
        <p:sp>
          <p:nvSpPr>
            <p:cNvPr id="100" name="CuadroTexto 19"/>
            <p:cNvSpPr/>
            <p:nvPr/>
          </p:nvSpPr>
          <p:spPr>
            <a:xfrm>
              <a:off x="4830480" y="1533960"/>
              <a:ext cx="1372320" cy="902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s-ES" sz="1800" spc="-1" strike="noStrike">
                <a:solidFill>
                  <a:srgbClr val="000000"/>
                </a:solidFill>
                <a:latin typeface="Arial"/>
                <a:ea typeface="DejaVu Sans"/>
              </a:endParaRPr>
            </a:p>
          </p:txBody>
        </p:sp>
        <p:grpSp>
          <p:nvGrpSpPr>
            <p:cNvPr id="101" name="Grupo 19"/>
            <p:cNvGrpSpPr/>
            <p:nvPr/>
          </p:nvGrpSpPr>
          <p:grpSpPr>
            <a:xfrm>
              <a:off x="1958760" y="897120"/>
              <a:ext cx="1597680" cy="1507320"/>
              <a:chOff x="1958760" y="897120"/>
              <a:chExt cx="1597680" cy="1507320"/>
            </a:xfrm>
          </p:grpSpPr>
          <p:pic>
            <p:nvPicPr>
              <p:cNvPr id="102" name="Picture 18" descr="C:\Documents and Settings\Administrador\Escritorio\User-ic2on.gif"/>
              <p:cNvPicPr/>
              <p:nvPr/>
            </p:nvPicPr>
            <p:blipFill>
              <a:blip r:embed="rId2"/>
              <a:stretch/>
            </p:blipFill>
            <p:spPr>
              <a:xfrm>
                <a:off x="2371320" y="897120"/>
                <a:ext cx="580680" cy="913320"/>
              </a:xfrm>
              <a:prstGeom prst="rect">
                <a:avLst/>
              </a:prstGeom>
              <a:ln w="0">
                <a:noFill/>
              </a:ln>
            </p:spPr>
          </p:pic>
          <p:sp>
            <p:nvSpPr>
              <p:cNvPr id="103" name="CuadroTexto 20"/>
              <p:cNvSpPr/>
              <p:nvPr/>
            </p:nvSpPr>
            <p:spPr>
              <a:xfrm>
                <a:off x="1958760" y="1773720"/>
                <a:ext cx="1597680" cy="6307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s-ES" sz="1800" spc="-1" strike="noStrike">
                  <a:solidFill>
                    <a:srgbClr val="000000"/>
                  </a:solidFill>
                  <a:latin typeface="Arial"/>
                  <a:ea typeface="DejaVu Sans"/>
                </a:endParaRPr>
              </a:p>
            </p:txBody>
          </p:sp>
        </p:grpSp>
        <p:grpSp>
          <p:nvGrpSpPr>
            <p:cNvPr id="104" name="Grupo 20"/>
            <p:cNvGrpSpPr/>
            <p:nvPr/>
          </p:nvGrpSpPr>
          <p:grpSpPr>
            <a:xfrm>
              <a:off x="2271240" y="4424040"/>
              <a:ext cx="1763280" cy="1587960"/>
              <a:chOff x="2271240" y="4424040"/>
              <a:chExt cx="1763280" cy="1587960"/>
            </a:xfrm>
          </p:grpSpPr>
          <p:pic>
            <p:nvPicPr>
              <p:cNvPr id="105" name="Picture 21" descr="C:\Documents and Settings\Administrador\Escritorio\User-ic2on.gif"/>
              <p:cNvPicPr/>
              <p:nvPr/>
            </p:nvPicPr>
            <p:blipFill>
              <a:blip r:embed="rId3"/>
              <a:stretch/>
            </p:blipFill>
            <p:spPr>
              <a:xfrm>
                <a:off x="2436120" y="4424040"/>
                <a:ext cx="641520" cy="897120"/>
              </a:xfrm>
              <a:prstGeom prst="rect">
                <a:avLst/>
              </a:prstGeom>
              <a:ln w="0">
                <a:noFill/>
              </a:ln>
            </p:spPr>
          </p:pic>
          <p:pic>
            <p:nvPicPr>
              <p:cNvPr id="106" name="Picture 22" descr="C:\Documents and Settings\Administrador\Escritorio\User-ic2on.gif"/>
              <p:cNvPicPr/>
              <p:nvPr/>
            </p:nvPicPr>
            <p:blipFill>
              <a:blip r:embed="rId4"/>
              <a:stretch/>
            </p:blipFill>
            <p:spPr>
              <a:xfrm>
                <a:off x="2905560" y="4608000"/>
                <a:ext cx="641520" cy="897120"/>
              </a:xfrm>
              <a:prstGeom prst="rect">
                <a:avLst/>
              </a:prstGeom>
              <a:ln w="0">
                <a:noFill/>
              </a:ln>
            </p:spPr>
          </p:pic>
          <p:pic>
            <p:nvPicPr>
              <p:cNvPr id="107" name="Picture 23" descr="C:\Documents and Settings\Administrador\Escritorio\User-ic2on.gif"/>
              <p:cNvPicPr/>
              <p:nvPr/>
            </p:nvPicPr>
            <p:blipFill>
              <a:blip r:embed="rId5"/>
              <a:stretch/>
            </p:blipFill>
            <p:spPr>
              <a:xfrm>
                <a:off x="2608200" y="4791600"/>
                <a:ext cx="641520" cy="897120"/>
              </a:xfrm>
              <a:prstGeom prst="rect">
                <a:avLst/>
              </a:prstGeom>
              <a:ln w="0">
                <a:noFill/>
              </a:ln>
            </p:spPr>
          </p:pic>
          <p:sp>
            <p:nvSpPr>
              <p:cNvPr id="108" name="CuadroTexto 23"/>
              <p:cNvSpPr/>
              <p:nvPr/>
            </p:nvSpPr>
            <p:spPr>
              <a:xfrm>
                <a:off x="2271240" y="5617440"/>
                <a:ext cx="1763280" cy="3945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s-ES" sz="2000" spc="-1" strike="noStrike">
                    <a:solidFill>
                      <a:schemeClr val="dk1"/>
                    </a:solidFill>
                    <a:latin typeface="Arial"/>
                    <a:ea typeface="DejaVu Sans"/>
                  </a:rPr>
                  <a:t>   </a:t>
                </a:r>
                <a:endParaRPr b="0" lang="es-ES" sz="2000" spc="-1" strike="noStrike">
                  <a:solidFill>
                    <a:srgbClr val="000000"/>
                  </a:solidFill>
                  <a:latin typeface="Arial"/>
                </a:endParaRPr>
              </a:p>
            </p:txBody>
          </p:sp>
        </p:grpSp>
        <p:grpSp>
          <p:nvGrpSpPr>
            <p:cNvPr id="109" name="Grupo 21"/>
            <p:cNvGrpSpPr/>
            <p:nvPr/>
          </p:nvGrpSpPr>
          <p:grpSpPr>
            <a:xfrm>
              <a:off x="10188000" y="3547080"/>
              <a:ext cx="1252440" cy="1512000"/>
              <a:chOff x="10188000" y="3547080"/>
              <a:chExt cx="1252440" cy="1512000"/>
            </a:xfrm>
          </p:grpSpPr>
          <p:pic>
            <p:nvPicPr>
              <p:cNvPr id="110" name="Picture 24" descr="C:\Documents and Settings\Administrador\Escritorio\User-ic2on.gif"/>
              <p:cNvPicPr/>
              <p:nvPr/>
            </p:nvPicPr>
            <p:blipFill>
              <a:blip r:embed="rId6"/>
              <a:stretch/>
            </p:blipFill>
            <p:spPr>
              <a:xfrm>
                <a:off x="10501200" y="3547080"/>
                <a:ext cx="580680" cy="913320"/>
              </a:xfrm>
              <a:prstGeom prst="rect">
                <a:avLst/>
              </a:prstGeom>
              <a:ln w="0">
                <a:noFill/>
              </a:ln>
            </p:spPr>
          </p:pic>
          <p:sp>
            <p:nvSpPr>
              <p:cNvPr id="111" name="CuadroTexto 24"/>
              <p:cNvSpPr/>
              <p:nvPr/>
            </p:nvSpPr>
            <p:spPr>
              <a:xfrm>
                <a:off x="10188000" y="4420800"/>
                <a:ext cx="1252440" cy="6382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es-ES" sz="1800" spc="-1" strike="noStrike">
                    <a:solidFill>
                      <a:schemeClr val="dk1"/>
                    </a:solidFill>
                    <a:latin typeface="Arial"/>
                    <a:ea typeface="DejaVu Sans"/>
                  </a:rPr>
                  <a:t>Vendedor de tickets</a:t>
                </a:r>
                <a:endParaRPr b="0" lang="es-ES" sz="1800" spc="-1" strike="noStrike">
                  <a:solidFill>
                    <a:srgbClr val="000000"/>
                  </a:solidFill>
                  <a:latin typeface="Arial"/>
                </a:endParaRPr>
              </a:p>
            </p:txBody>
          </p:sp>
        </p:grpSp>
        <p:sp>
          <p:nvSpPr>
            <p:cNvPr id="112" name=""/>
            <p:cNvSpPr/>
            <p:nvPr/>
          </p:nvSpPr>
          <p:spPr>
            <a:xfrm>
              <a:off x="2833200" y="1152000"/>
              <a:ext cx="1479240" cy="59472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0" lang="es-ES" sz="1800" spc="-1" strike="noStrike">
                  <a:solidFill>
                    <a:schemeClr val="dk1"/>
                  </a:solidFill>
                  <a:latin typeface="Arial"/>
                  <a:ea typeface="DejaVu Sans"/>
                </a:rPr>
                <a:t>Almacenero </a:t>
              </a:r>
              <a:endParaRPr b="0" lang="es-ES" sz="1800" spc="-1" strike="noStrike">
                <a:solidFill>
                  <a:srgbClr val="000000"/>
                </a:solidFill>
                <a:latin typeface="Arial"/>
              </a:endParaRPr>
            </a:p>
            <a:p>
              <a:pPr algn="ctr">
                <a:lnSpc>
                  <a:spcPct val="100000"/>
                </a:lnSpc>
              </a:pPr>
              <a:r>
                <a:rPr b="0" lang="es-ES" sz="1800" spc="-1" strike="noStrike">
                  <a:solidFill>
                    <a:schemeClr val="dk1"/>
                  </a:solidFill>
                  <a:latin typeface="Arial"/>
                  <a:ea typeface="DejaVu Sans"/>
                </a:rPr>
                <a:t>Lenin</a:t>
              </a:r>
              <a:endParaRPr b="0" lang="es-ES" sz="1800" spc="-1" strike="noStrike">
                <a:solidFill>
                  <a:srgbClr val="000000"/>
                </a:solidFill>
                <a:latin typeface="Arial"/>
              </a:endParaRPr>
            </a:p>
          </p:txBody>
        </p:sp>
        <p:sp>
          <p:nvSpPr>
            <p:cNvPr id="113" name=""/>
            <p:cNvSpPr/>
            <p:nvPr/>
          </p:nvSpPr>
          <p:spPr>
            <a:xfrm rot="1594800">
              <a:off x="1370520" y="4434840"/>
              <a:ext cx="1001880" cy="352440"/>
            </a:xfrm>
            <a:prstGeom prst="rightArrow">
              <a:avLst>
                <a:gd name="adj1" fmla="val 50000"/>
                <a:gd name="adj2" fmla="val 70100"/>
              </a:avLst>
            </a:prstGeom>
            <a:solidFill>
              <a:srgbClr val="c9211e"/>
            </a:solidFill>
            <a:ln w="0">
              <a:solidFill>
                <a:srgbClr val="c9211e"/>
              </a:solidFill>
            </a:ln>
          </p:spPr>
          <p:style>
            <a:lnRef idx="0"/>
            <a:fillRef idx="0"/>
            <a:effectRef idx="0"/>
            <a:fontRef idx="minor"/>
          </p:style>
          <p:txBody>
            <a:bodyPr lIns="90000" rIns="90000" tIns="45000" bIns="45000" anchor="ctr">
              <a:noAutofit/>
            </a:bodyPr>
            <a:p>
              <a:pPr>
                <a:lnSpc>
                  <a:spcPct val="100000"/>
                </a:lnSpc>
              </a:pPr>
              <a:endParaRPr b="0" lang="es-ES" sz="1800" spc="-1" strike="noStrike">
                <a:solidFill>
                  <a:srgbClr val="ffffff"/>
                </a:solidFill>
                <a:latin typeface="Arial"/>
                <a:ea typeface="DejaVu Sans"/>
              </a:endParaRPr>
            </a:p>
          </p:txBody>
        </p:sp>
        <p:sp>
          <p:nvSpPr>
            <p:cNvPr id="114" name=""/>
            <p:cNvSpPr/>
            <p:nvPr/>
          </p:nvSpPr>
          <p:spPr>
            <a:xfrm rot="19133400">
              <a:off x="968760" y="2059920"/>
              <a:ext cx="1494360" cy="337320"/>
            </a:xfrm>
            <a:prstGeom prst="rightArrow">
              <a:avLst>
                <a:gd name="adj1" fmla="val 50000"/>
                <a:gd name="adj2" fmla="val 108873"/>
              </a:avLst>
            </a:prstGeom>
            <a:solidFill>
              <a:srgbClr val="c9211e"/>
            </a:solidFill>
            <a:ln w="0">
              <a:solidFill>
                <a:srgbClr val="c9211e"/>
              </a:solidFill>
            </a:ln>
          </p:spPr>
          <p:style>
            <a:lnRef idx="0"/>
            <a:fillRef idx="0"/>
            <a:effectRef idx="0"/>
            <a:fontRef idx="minor"/>
          </p:style>
          <p:txBody>
            <a:bodyPr lIns="90000" rIns="90000" tIns="45000" bIns="45000" anchor="ctr">
              <a:noAutofit/>
            </a:bodyPr>
            <a:p>
              <a:pPr>
                <a:lnSpc>
                  <a:spcPct val="100000"/>
                </a:lnSpc>
              </a:pPr>
              <a:endParaRPr b="0" lang="es-ES" sz="1800" spc="-1" strike="noStrike">
                <a:solidFill>
                  <a:srgbClr val="ffffff"/>
                </a:solidFill>
                <a:latin typeface="Arial"/>
                <a:ea typeface="DejaVu Sans"/>
              </a:endParaRPr>
            </a:p>
          </p:txBody>
        </p:sp>
        <p:grpSp>
          <p:nvGrpSpPr>
            <p:cNvPr id="115" name="Grupo 1"/>
            <p:cNvGrpSpPr/>
            <p:nvPr/>
          </p:nvGrpSpPr>
          <p:grpSpPr>
            <a:xfrm>
              <a:off x="8532000" y="900000"/>
              <a:ext cx="1252440" cy="1750320"/>
              <a:chOff x="8532000" y="900000"/>
              <a:chExt cx="1252440" cy="1750320"/>
            </a:xfrm>
          </p:grpSpPr>
          <p:sp>
            <p:nvSpPr>
              <p:cNvPr id="116" name="CuadroTexto 7"/>
              <p:cNvSpPr/>
              <p:nvPr/>
            </p:nvSpPr>
            <p:spPr>
              <a:xfrm>
                <a:off x="8532000" y="2012040"/>
                <a:ext cx="1252440" cy="6382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es-ES" sz="1800" spc="-1" strike="noStrike">
                    <a:solidFill>
                      <a:schemeClr val="dk1"/>
                    </a:solidFill>
                    <a:latin typeface="Arial"/>
                    <a:ea typeface="Noto Sans CJK SC"/>
                  </a:rPr>
                  <a:t>Dpto Alimentos</a:t>
                </a:r>
                <a:endParaRPr b="0" lang="es-ES" sz="1800" spc="-1" strike="noStrike">
                  <a:solidFill>
                    <a:srgbClr val="000000"/>
                  </a:solidFill>
                  <a:latin typeface="Arial"/>
                </a:endParaRPr>
              </a:p>
            </p:txBody>
          </p:sp>
          <p:pic>
            <p:nvPicPr>
              <p:cNvPr id="117" name="Picture 2" descr="C:\Documents and Settings\Administrador\Escritorio\User-ic2on.gif"/>
              <p:cNvPicPr/>
              <p:nvPr/>
            </p:nvPicPr>
            <p:blipFill>
              <a:blip r:embed="rId7"/>
              <a:stretch/>
            </p:blipFill>
            <p:spPr>
              <a:xfrm>
                <a:off x="8629200" y="900000"/>
                <a:ext cx="580680" cy="913320"/>
              </a:xfrm>
              <a:prstGeom prst="rect">
                <a:avLst/>
              </a:prstGeom>
              <a:ln w="0">
                <a:noFill/>
              </a:ln>
            </p:spPr>
          </p:pic>
          <p:pic>
            <p:nvPicPr>
              <p:cNvPr id="118" name="Picture 3" descr="C:\Documents and Settings\Administrador\Escritorio\User-ic2on.gif"/>
              <p:cNvPicPr/>
              <p:nvPr/>
            </p:nvPicPr>
            <p:blipFill>
              <a:blip r:embed="rId8"/>
              <a:stretch/>
            </p:blipFill>
            <p:spPr>
              <a:xfrm>
                <a:off x="9144000" y="972000"/>
                <a:ext cx="580680" cy="913320"/>
              </a:xfrm>
              <a:prstGeom prst="rect">
                <a:avLst/>
              </a:prstGeom>
              <a:ln w="0">
                <a:noFill/>
              </a:ln>
            </p:spPr>
          </p:pic>
          <p:pic>
            <p:nvPicPr>
              <p:cNvPr id="119" name="Picture 1" descr="C:\Documents and Settings\Administrador\Escritorio\User-ic2on.gif"/>
              <p:cNvPicPr/>
              <p:nvPr/>
            </p:nvPicPr>
            <p:blipFill>
              <a:blip r:embed="rId9"/>
              <a:stretch/>
            </p:blipFill>
            <p:spPr>
              <a:xfrm>
                <a:off x="8876520" y="1135440"/>
                <a:ext cx="580680" cy="913320"/>
              </a:xfrm>
              <a:prstGeom prst="rect">
                <a:avLst/>
              </a:prstGeom>
              <a:ln w="0">
                <a:noFill/>
              </a:ln>
            </p:spPr>
          </p:pic>
        </p:grpSp>
        <p:sp>
          <p:nvSpPr>
            <p:cNvPr id="120" name=""/>
            <p:cNvSpPr/>
            <p:nvPr/>
          </p:nvSpPr>
          <p:spPr>
            <a:xfrm rot="14318400">
              <a:off x="9486360" y="2586240"/>
              <a:ext cx="1479600" cy="337320"/>
            </a:xfrm>
            <a:prstGeom prst="rightArrow">
              <a:avLst>
                <a:gd name="adj1" fmla="val 50000"/>
                <a:gd name="adj2" fmla="val 108873"/>
              </a:avLst>
            </a:prstGeom>
            <a:solidFill>
              <a:srgbClr val="c9211e"/>
            </a:solidFill>
            <a:ln w="0">
              <a:solidFill>
                <a:srgbClr val="c9211e"/>
              </a:solidFill>
            </a:ln>
          </p:spPr>
          <p:style>
            <a:lnRef idx="0"/>
            <a:fillRef idx="0"/>
            <a:effectRef idx="0"/>
            <a:fontRef idx="minor"/>
          </p:style>
          <p:txBody>
            <a:bodyPr lIns="90000" rIns="90000" tIns="45000" bIns="45000" anchor="ctr">
              <a:noAutofit/>
            </a:bodyPr>
            <a:p>
              <a:pPr>
                <a:lnSpc>
                  <a:spcPct val="100000"/>
                </a:lnSpc>
              </a:pPr>
              <a:endParaRPr b="0" lang="es-ES" sz="1800" spc="-1" strike="noStrike">
                <a:solidFill>
                  <a:srgbClr val="ffffff"/>
                </a:solidFill>
                <a:latin typeface="Arial"/>
                <a:ea typeface="DejaVu Sans"/>
              </a:endParaRPr>
            </a:p>
          </p:txBody>
        </p:sp>
      </p:grpSp>
      <p:sp>
        <p:nvSpPr>
          <p:cNvPr id="121" name=""/>
          <p:cNvSpPr/>
          <p:nvPr/>
        </p:nvSpPr>
        <p:spPr>
          <a:xfrm>
            <a:off x="288000" y="4788000"/>
            <a:ext cx="1720440" cy="92736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0" lang="es-ES" sz="1500" spc="-1" strike="noStrike">
                <a:solidFill>
                  <a:schemeClr val="dk1"/>
                </a:solidFill>
                <a:latin typeface="Arial"/>
                <a:ea typeface="DejaVu Sans"/>
              </a:rPr>
              <a:t>Entrega informe con existencia de ambos almacenes</a:t>
            </a:r>
            <a:endParaRPr b="0" lang="es-ES" sz="1500" spc="-1" strike="noStrike">
              <a:solidFill>
                <a:srgbClr val="000000"/>
              </a:solidFill>
              <a:latin typeface="Arial"/>
            </a:endParaRPr>
          </a:p>
        </p:txBody>
      </p:sp>
      <p:sp>
        <p:nvSpPr>
          <p:cNvPr id="122" name=""/>
          <p:cNvSpPr/>
          <p:nvPr/>
        </p:nvSpPr>
        <p:spPr>
          <a:xfrm>
            <a:off x="288000" y="1440000"/>
            <a:ext cx="1792440" cy="53244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0" lang="es-ES" sz="1500" spc="-1" strike="noStrike">
                <a:solidFill>
                  <a:schemeClr val="dk1"/>
                </a:solidFill>
                <a:latin typeface="Arial"/>
                <a:ea typeface="DejaVu Sans"/>
              </a:rPr>
              <a:t>Solicita existencia en almacén</a:t>
            </a:r>
            <a:endParaRPr b="0" lang="es-ES" sz="1500" spc="-1" strike="noStrike">
              <a:solidFill>
                <a:srgbClr val="000000"/>
              </a:solidFill>
              <a:latin typeface="Arial"/>
            </a:endParaRPr>
          </a:p>
        </p:txBody>
      </p:sp>
      <p:sp>
        <p:nvSpPr>
          <p:cNvPr id="123" name=""/>
          <p:cNvSpPr/>
          <p:nvPr/>
        </p:nvSpPr>
        <p:spPr>
          <a:xfrm>
            <a:off x="3326040" y="3992400"/>
            <a:ext cx="1792440" cy="98352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0" lang="es-ES" sz="1500" spc="-1" strike="noStrike">
                <a:solidFill>
                  <a:schemeClr val="dk1"/>
                </a:solidFill>
                <a:latin typeface="Arial"/>
                <a:ea typeface="DejaVu Sans"/>
              </a:rPr>
              <a:t>Envía propuesta de menús para aprobación</a:t>
            </a:r>
            <a:endParaRPr b="0" lang="es-ES" sz="1500" spc="-1" strike="noStrike">
              <a:solidFill>
                <a:srgbClr val="000000"/>
              </a:solidFill>
              <a:latin typeface="Arial"/>
            </a:endParaRPr>
          </a:p>
        </p:txBody>
      </p:sp>
      <p:grpSp>
        <p:nvGrpSpPr>
          <p:cNvPr id="124" name="Grupo 22"/>
          <p:cNvGrpSpPr/>
          <p:nvPr/>
        </p:nvGrpSpPr>
        <p:grpSpPr>
          <a:xfrm>
            <a:off x="5141160" y="1944000"/>
            <a:ext cx="6550920" cy="4627440"/>
            <a:chOff x="5141160" y="1944000"/>
            <a:chExt cx="6550920" cy="4627440"/>
          </a:xfrm>
        </p:grpSpPr>
        <p:grpSp>
          <p:nvGrpSpPr>
            <p:cNvPr id="125" name="Grupo 23"/>
            <p:cNvGrpSpPr/>
            <p:nvPr/>
          </p:nvGrpSpPr>
          <p:grpSpPr>
            <a:xfrm>
              <a:off x="7699680" y="3456000"/>
              <a:ext cx="2012760" cy="1658160"/>
              <a:chOff x="7699680" y="3456000"/>
              <a:chExt cx="2012760" cy="1658160"/>
            </a:xfrm>
          </p:grpSpPr>
          <p:sp>
            <p:nvSpPr>
              <p:cNvPr id="126" name="Rectángulo 17"/>
              <p:cNvSpPr/>
              <p:nvPr/>
            </p:nvSpPr>
            <p:spPr>
              <a:xfrm>
                <a:off x="7699680" y="4750200"/>
                <a:ext cx="2012760" cy="3639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es-ES" sz="1800" spc="-1" strike="noStrike">
                    <a:solidFill>
                      <a:schemeClr val="dk1"/>
                    </a:solidFill>
                    <a:latin typeface="Arial"/>
                    <a:ea typeface="Calibri"/>
                  </a:rPr>
                  <a:t>Menú</a:t>
                </a:r>
                <a:endParaRPr b="0" lang="es-ES" sz="1800" spc="-1" strike="noStrike">
                  <a:solidFill>
                    <a:srgbClr val="000000"/>
                  </a:solidFill>
                  <a:latin typeface="Arial"/>
                </a:endParaRPr>
              </a:p>
            </p:txBody>
          </p:sp>
          <p:pic>
            <p:nvPicPr>
              <p:cNvPr id="127" name="" descr=""/>
              <p:cNvPicPr/>
              <p:nvPr/>
            </p:nvPicPr>
            <p:blipFill>
              <a:blip r:embed="rId10"/>
              <a:stretch/>
            </p:blipFill>
            <p:spPr>
              <a:xfrm>
                <a:off x="8157960" y="3456000"/>
                <a:ext cx="1017720" cy="1320480"/>
              </a:xfrm>
              <a:prstGeom prst="rect">
                <a:avLst/>
              </a:prstGeom>
              <a:ln w="0">
                <a:noFill/>
              </a:ln>
            </p:spPr>
          </p:pic>
        </p:grpSp>
        <p:grpSp>
          <p:nvGrpSpPr>
            <p:cNvPr id="128" name="Grupo 24"/>
            <p:cNvGrpSpPr/>
            <p:nvPr/>
          </p:nvGrpSpPr>
          <p:grpSpPr>
            <a:xfrm>
              <a:off x="5141160" y="3557160"/>
              <a:ext cx="1763280" cy="1892880"/>
              <a:chOff x="5141160" y="3557160"/>
              <a:chExt cx="1763280" cy="1892880"/>
            </a:xfrm>
          </p:grpSpPr>
          <p:pic>
            <p:nvPicPr>
              <p:cNvPr id="129" name="Picture 25" descr="C:\Documents and Settings\Administrador\Escritorio\User-ic2on.gif"/>
              <p:cNvPicPr/>
              <p:nvPr/>
            </p:nvPicPr>
            <p:blipFill>
              <a:blip r:embed="rId11"/>
              <a:stretch/>
            </p:blipFill>
            <p:spPr>
              <a:xfrm>
                <a:off x="5702040" y="3557160"/>
                <a:ext cx="641520" cy="897120"/>
              </a:xfrm>
              <a:prstGeom prst="rect">
                <a:avLst/>
              </a:prstGeom>
              <a:ln w="0">
                <a:noFill/>
              </a:ln>
            </p:spPr>
          </p:pic>
          <p:pic>
            <p:nvPicPr>
              <p:cNvPr id="130" name="Picture 26" descr="C:\Documents and Settings\Administrador\Escritorio\User-ic2on.gif"/>
              <p:cNvPicPr/>
              <p:nvPr/>
            </p:nvPicPr>
            <p:blipFill>
              <a:blip r:embed="rId12"/>
              <a:stretch/>
            </p:blipFill>
            <p:spPr>
              <a:xfrm>
                <a:off x="5991480" y="3741120"/>
                <a:ext cx="641520" cy="897120"/>
              </a:xfrm>
              <a:prstGeom prst="rect">
                <a:avLst/>
              </a:prstGeom>
              <a:ln w="0">
                <a:noFill/>
              </a:ln>
            </p:spPr>
          </p:pic>
          <p:pic>
            <p:nvPicPr>
              <p:cNvPr id="131" name="Picture 27" descr="C:\Documents and Settings\Administrador\Escritorio\User-ic2on.gif"/>
              <p:cNvPicPr/>
              <p:nvPr/>
            </p:nvPicPr>
            <p:blipFill>
              <a:blip r:embed="rId13"/>
              <a:stretch/>
            </p:blipFill>
            <p:spPr>
              <a:xfrm>
                <a:off x="5658120" y="3924720"/>
                <a:ext cx="641520" cy="897120"/>
              </a:xfrm>
              <a:prstGeom prst="rect">
                <a:avLst/>
              </a:prstGeom>
              <a:ln w="0">
                <a:noFill/>
              </a:ln>
            </p:spPr>
          </p:pic>
          <p:sp>
            <p:nvSpPr>
              <p:cNvPr id="132" name="CuadroTexto 25"/>
              <p:cNvSpPr/>
              <p:nvPr/>
            </p:nvSpPr>
            <p:spPr>
              <a:xfrm>
                <a:off x="5141160" y="4750560"/>
                <a:ext cx="1763280" cy="699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es-ES" sz="2000" spc="-1" strike="noStrike">
                    <a:solidFill>
                      <a:schemeClr val="dk1"/>
                    </a:solidFill>
                    <a:latin typeface="Arial"/>
                    <a:ea typeface="DejaVu Sans"/>
                  </a:rPr>
                  <a:t>Dpto Contabilidad</a:t>
                </a:r>
                <a:endParaRPr b="0" lang="es-ES" sz="2000" spc="-1" strike="noStrike">
                  <a:solidFill>
                    <a:srgbClr val="000000"/>
                  </a:solidFill>
                  <a:latin typeface="Arial"/>
                </a:endParaRPr>
              </a:p>
            </p:txBody>
          </p:sp>
        </p:grpSp>
        <p:sp>
          <p:nvSpPr>
            <p:cNvPr id="133" name="CuadroTexto 26"/>
            <p:cNvSpPr/>
            <p:nvPr/>
          </p:nvSpPr>
          <p:spPr>
            <a:xfrm>
              <a:off x="6480000" y="3493080"/>
              <a:ext cx="1751760" cy="31824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es-ES" sz="1500" spc="-1" strike="noStrike">
                  <a:solidFill>
                    <a:schemeClr val="dk1"/>
                  </a:solidFill>
                  <a:latin typeface="Arial"/>
                  <a:ea typeface="DejaVu Sans"/>
                </a:rPr>
                <a:t>Calculan precios</a:t>
              </a:r>
              <a:endParaRPr b="0" lang="es-ES" sz="1500" spc="-1" strike="noStrike">
                <a:solidFill>
                  <a:srgbClr val="000000"/>
                </a:solidFill>
                <a:latin typeface="Arial"/>
              </a:endParaRPr>
            </a:p>
          </p:txBody>
        </p:sp>
        <p:sp>
          <p:nvSpPr>
            <p:cNvPr id="134" name="CuadroTexto 27"/>
            <p:cNvSpPr/>
            <p:nvPr/>
          </p:nvSpPr>
          <p:spPr>
            <a:xfrm>
              <a:off x="9144360" y="3429000"/>
              <a:ext cx="1252080" cy="54684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es-ES" sz="1500" spc="-1" strike="noStrike">
                  <a:solidFill>
                    <a:schemeClr val="dk1"/>
                  </a:solidFill>
                  <a:latin typeface="Arial"/>
                  <a:ea typeface="DejaVu Sans"/>
                </a:rPr>
                <a:t>Listo para venta</a:t>
              </a:r>
              <a:endParaRPr b="0" lang="es-ES" sz="1500" spc="-1" strike="noStrike">
                <a:solidFill>
                  <a:srgbClr val="000000"/>
                </a:solidFill>
                <a:latin typeface="Arial"/>
              </a:endParaRPr>
            </a:p>
          </p:txBody>
        </p:sp>
        <p:sp>
          <p:nvSpPr>
            <p:cNvPr id="135" name="CuadroTexto 8"/>
            <p:cNvSpPr/>
            <p:nvPr/>
          </p:nvSpPr>
          <p:spPr>
            <a:xfrm>
              <a:off x="10440000" y="1944000"/>
              <a:ext cx="1252080" cy="123264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es-ES" sz="1500" spc="-1" strike="noStrike">
                  <a:solidFill>
                    <a:schemeClr val="dk1"/>
                  </a:solidFill>
                  <a:latin typeface="Arial"/>
                  <a:ea typeface="DejaVu Sans"/>
                </a:rPr>
                <a:t>Entrega informe con cantidad de platos vendidos</a:t>
              </a:r>
              <a:endParaRPr b="0" lang="es-ES" sz="1500" spc="-1" strike="noStrike">
                <a:solidFill>
                  <a:srgbClr val="000000"/>
                </a:solidFill>
                <a:latin typeface="Arial"/>
              </a:endParaRPr>
            </a:p>
          </p:txBody>
        </p:sp>
        <p:sp>
          <p:nvSpPr>
            <p:cNvPr id="136" name="CuadroTexto 10"/>
            <p:cNvSpPr/>
            <p:nvPr/>
          </p:nvSpPr>
          <p:spPr>
            <a:xfrm>
              <a:off x="7920000" y="5796000"/>
              <a:ext cx="2261880" cy="77544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es-ES" sz="1500" spc="-1" strike="noStrike">
                  <a:solidFill>
                    <a:schemeClr val="dk1"/>
                  </a:solidFill>
                  <a:latin typeface="Arial"/>
                  <a:ea typeface="DejaVu Sans"/>
                </a:rPr>
                <a:t>Entrega informe con cantidad de tickets foliados e importe</a:t>
              </a:r>
              <a:endParaRPr b="0" lang="es-ES" sz="1500" spc="-1" strike="noStrike">
                <a:solidFill>
                  <a:srgbClr val="000000"/>
                </a:solidFill>
                <a:latin typeface="Arial"/>
              </a:endParaRPr>
            </a:p>
          </p:txBody>
        </p:sp>
      </p:grpSp>
      <p:sp>
        <p:nvSpPr>
          <p:cNvPr id="137" name=""/>
          <p:cNvSpPr/>
          <p:nvPr/>
        </p:nvSpPr>
        <p:spPr>
          <a:xfrm>
            <a:off x="1836000" y="3033720"/>
            <a:ext cx="3952440" cy="45072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0" lang="es-ES" sz="1500" spc="-1" strike="noStrike">
                <a:solidFill>
                  <a:schemeClr val="dk1"/>
                </a:solidFill>
                <a:latin typeface="Arial"/>
                <a:ea typeface="DejaVu Sans"/>
              </a:rPr>
              <a:t>Envía menús aprobados para colocación de códigos de los productos </a:t>
            </a:r>
            <a:endParaRPr b="0" lang="es-ES" sz="1500" spc="-1" strike="noStrike">
              <a:solidFill>
                <a:srgbClr val="000000"/>
              </a:solidFill>
              <a:latin typeface="Arial"/>
            </a:endParaRPr>
          </a:p>
        </p:txBody>
      </p:sp>
      <p:sp>
        <p:nvSpPr>
          <p:cNvPr id="138" name=""/>
          <p:cNvSpPr/>
          <p:nvPr/>
        </p:nvSpPr>
        <p:spPr>
          <a:xfrm>
            <a:off x="1224360" y="2032200"/>
            <a:ext cx="531360" cy="351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s-ES" sz="1800" spc="-1" strike="noStrike">
                <a:solidFill>
                  <a:srgbClr val="ff0000"/>
                </a:solidFill>
                <a:latin typeface="Arial"/>
                <a:ea typeface="DejaVu Sans"/>
              </a:rPr>
              <a:t>1</a:t>
            </a:r>
            <a:endParaRPr b="0" lang="es-ES" sz="1800" spc="-1" strike="noStrike">
              <a:solidFill>
                <a:srgbClr val="000000"/>
              </a:solidFill>
              <a:latin typeface="Arial"/>
            </a:endParaRPr>
          </a:p>
        </p:txBody>
      </p:sp>
      <p:sp>
        <p:nvSpPr>
          <p:cNvPr id="139" name=""/>
          <p:cNvSpPr/>
          <p:nvPr/>
        </p:nvSpPr>
        <p:spPr>
          <a:xfrm>
            <a:off x="1476000" y="4573080"/>
            <a:ext cx="531360" cy="351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s-ES" sz="1800" spc="-1" strike="noStrike">
                <a:solidFill>
                  <a:srgbClr val="ff0000"/>
                </a:solidFill>
                <a:latin typeface="Arial"/>
                <a:ea typeface="DejaVu Sans"/>
              </a:rPr>
              <a:t>2</a:t>
            </a:r>
            <a:endParaRPr b="0" lang="es-ES" sz="1800" spc="-1" strike="noStrike">
              <a:solidFill>
                <a:srgbClr val="000000"/>
              </a:solidFill>
              <a:latin typeface="Arial"/>
            </a:endParaRPr>
          </a:p>
        </p:txBody>
      </p:sp>
      <p:sp>
        <p:nvSpPr>
          <p:cNvPr id="140" name=""/>
          <p:cNvSpPr/>
          <p:nvPr/>
        </p:nvSpPr>
        <p:spPr>
          <a:xfrm>
            <a:off x="4140000" y="5149080"/>
            <a:ext cx="531360" cy="351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s-ES" sz="1800" spc="-1" strike="noStrike">
                <a:solidFill>
                  <a:srgbClr val="ff0000"/>
                </a:solidFill>
                <a:latin typeface="Arial"/>
                <a:ea typeface="DejaVu Sans"/>
              </a:rPr>
              <a:t>3</a:t>
            </a:r>
            <a:endParaRPr b="0" lang="es-ES" sz="1800" spc="-1" strike="noStrike">
              <a:solidFill>
                <a:srgbClr val="000000"/>
              </a:solidFill>
              <a:latin typeface="Arial"/>
            </a:endParaRPr>
          </a:p>
        </p:txBody>
      </p:sp>
      <p:sp>
        <p:nvSpPr>
          <p:cNvPr id="141" name=""/>
          <p:cNvSpPr/>
          <p:nvPr/>
        </p:nvSpPr>
        <p:spPr>
          <a:xfrm>
            <a:off x="3133080" y="3757680"/>
            <a:ext cx="531360" cy="351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s-ES" sz="1800" spc="-1" strike="noStrike">
                <a:solidFill>
                  <a:srgbClr val="ff0000"/>
                </a:solidFill>
                <a:latin typeface="Arial"/>
                <a:ea typeface="DejaVu Sans"/>
              </a:rPr>
              <a:t>4</a:t>
            </a:r>
            <a:endParaRPr b="0" lang="es-ES" sz="1800" spc="-1" strike="noStrike">
              <a:solidFill>
                <a:srgbClr val="000000"/>
              </a:solidFill>
              <a:latin typeface="Arial"/>
            </a:endParaRPr>
          </a:p>
        </p:txBody>
      </p:sp>
      <p:sp>
        <p:nvSpPr>
          <p:cNvPr id="142" name=""/>
          <p:cNvSpPr/>
          <p:nvPr/>
        </p:nvSpPr>
        <p:spPr>
          <a:xfrm>
            <a:off x="3600000" y="2449080"/>
            <a:ext cx="531360" cy="351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s-ES" sz="1800" spc="-1" strike="noStrike">
                <a:solidFill>
                  <a:srgbClr val="ff0000"/>
                </a:solidFill>
                <a:latin typeface="Arial"/>
                <a:ea typeface="DejaVu Sans"/>
              </a:rPr>
              <a:t>5</a:t>
            </a:r>
            <a:endParaRPr b="0" lang="es-ES" sz="1800" spc="-1" strike="noStrike">
              <a:solidFill>
                <a:srgbClr val="000000"/>
              </a:solidFill>
              <a:latin typeface="Arial"/>
            </a:endParaRPr>
          </a:p>
        </p:txBody>
      </p:sp>
      <p:sp>
        <p:nvSpPr>
          <p:cNvPr id="143" name=""/>
          <p:cNvSpPr/>
          <p:nvPr/>
        </p:nvSpPr>
        <p:spPr>
          <a:xfrm>
            <a:off x="7344000" y="3709080"/>
            <a:ext cx="531360" cy="351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s-ES" sz="1800" spc="-1" strike="noStrike">
                <a:solidFill>
                  <a:srgbClr val="ff0000"/>
                </a:solidFill>
                <a:latin typeface="Arial"/>
                <a:ea typeface="DejaVu Sans"/>
              </a:rPr>
              <a:t>6</a:t>
            </a:r>
            <a:endParaRPr b="0" lang="es-ES" sz="1800" spc="-1" strike="noStrike">
              <a:solidFill>
                <a:srgbClr val="000000"/>
              </a:solidFill>
              <a:latin typeface="Arial"/>
            </a:endParaRPr>
          </a:p>
        </p:txBody>
      </p:sp>
      <p:sp>
        <p:nvSpPr>
          <p:cNvPr id="144" name=""/>
          <p:cNvSpPr/>
          <p:nvPr/>
        </p:nvSpPr>
        <p:spPr>
          <a:xfrm>
            <a:off x="9505080" y="4249080"/>
            <a:ext cx="531360" cy="351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s-ES" sz="1800" spc="-1" strike="noStrike">
                <a:solidFill>
                  <a:srgbClr val="ff0000"/>
                </a:solidFill>
                <a:latin typeface="Arial"/>
                <a:ea typeface="DejaVu Sans"/>
              </a:rPr>
              <a:t>7</a:t>
            </a:r>
            <a:endParaRPr b="0" lang="es-ES" sz="1800" spc="-1" strike="noStrike">
              <a:solidFill>
                <a:srgbClr val="000000"/>
              </a:solidFill>
              <a:latin typeface="Arial"/>
            </a:endParaRPr>
          </a:p>
        </p:txBody>
      </p:sp>
      <p:sp>
        <p:nvSpPr>
          <p:cNvPr id="145" name=""/>
          <p:cNvSpPr/>
          <p:nvPr/>
        </p:nvSpPr>
        <p:spPr>
          <a:xfrm>
            <a:off x="1369800" y="5940000"/>
            <a:ext cx="3158640" cy="74844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0" lang="es-ES" sz="1500" spc="-1" strike="noStrike">
                <a:solidFill>
                  <a:schemeClr val="dk1"/>
                </a:solidFill>
                <a:latin typeface="Arial"/>
                <a:ea typeface="DejaVu Sans"/>
              </a:rPr>
              <a:t>(J’</a:t>
            </a:r>
            <a:r>
              <a:rPr b="0" lang="es-ES" sz="1500" spc="-1" strike="noStrike">
                <a:solidFill>
                  <a:schemeClr val="dk1"/>
                </a:solidFill>
                <a:latin typeface="Arial"/>
                <a:ea typeface="Roboto"/>
              </a:rPr>
              <a:t>Dpto Alimentos y Téc, Dtor Logística y Esp, FEU, UJC y ocasionalmente PCC y Sindicato)</a:t>
            </a:r>
            <a:endParaRPr b="0" lang="es-ES" sz="1500" spc="-1" strike="noStrike">
              <a:solidFill>
                <a:srgbClr val="000000"/>
              </a:solidFill>
              <a:latin typeface="Arial"/>
            </a:endParaRPr>
          </a:p>
        </p:txBody>
      </p:sp>
      <p:sp>
        <p:nvSpPr>
          <p:cNvPr id="146" name=""/>
          <p:cNvSpPr/>
          <p:nvPr/>
        </p:nvSpPr>
        <p:spPr>
          <a:xfrm>
            <a:off x="2324880" y="5616000"/>
            <a:ext cx="1303560" cy="366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s-ES" sz="2000" spc="-1" strike="noStrike">
                <a:solidFill>
                  <a:schemeClr val="dk1"/>
                </a:solidFill>
                <a:latin typeface="Arial"/>
                <a:ea typeface="DejaVu Sans"/>
              </a:rPr>
              <a:t>Comisión </a:t>
            </a:r>
            <a:endParaRPr b="0" lang="es-ES" sz="2000" spc="-1" strike="noStrike">
              <a:solidFill>
                <a:srgbClr val="000000"/>
              </a:solidFill>
              <a:latin typeface="Arial"/>
            </a:endParaRPr>
          </a:p>
        </p:txBody>
      </p:sp>
      <p:sp>
        <p:nvSpPr>
          <p:cNvPr id="147" name=""/>
          <p:cNvSpPr/>
          <p:nvPr/>
        </p:nvSpPr>
        <p:spPr>
          <a:xfrm>
            <a:off x="1944000" y="2169720"/>
            <a:ext cx="4312440" cy="27072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0" lang="es-ES" sz="1500" spc="-1" strike="noStrike">
                <a:solidFill>
                  <a:schemeClr val="dk1"/>
                </a:solidFill>
                <a:latin typeface="Arial"/>
                <a:ea typeface="DejaVu Sans"/>
              </a:rPr>
              <a:t>Retorna menús con códigos de los productos</a:t>
            </a:r>
            <a:endParaRPr b="0" lang="es-ES" sz="1500" spc="-1" strike="noStrike">
              <a:solidFill>
                <a:srgbClr val="000000"/>
              </a:solidFill>
              <a:latin typeface="Arial"/>
            </a:endParaRPr>
          </a:p>
        </p:txBody>
      </p:sp>
      <p:sp>
        <p:nvSpPr>
          <p:cNvPr id="148" name="Rectángulo 18"/>
          <p:cNvSpPr/>
          <p:nvPr/>
        </p:nvSpPr>
        <p:spPr>
          <a:xfrm>
            <a:off x="0" y="-36000"/>
            <a:ext cx="12183840" cy="660960"/>
          </a:xfrm>
          <a:prstGeom prst="rect">
            <a:avLst/>
          </a:prstGeom>
          <a:solidFill>
            <a:srgbClr val="c00000"/>
          </a:solidFill>
          <a:ln w="0">
            <a:noFill/>
          </a:ln>
        </p:spPr>
        <p:style>
          <a:lnRef idx="0"/>
          <a:fillRef idx="0"/>
          <a:effectRef idx="0"/>
          <a:fontRef idx="minor"/>
        </p:style>
        <p:txBody>
          <a:bodyPr lIns="90000" rIns="90000" tIns="45000" bIns="45000" anchor="t">
            <a:spAutoFit/>
          </a:bodyPr>
          <a:p>
            <a:pPr algn="ctr" defTabSz="914400">
              <a:lnSpc>
                <a:spcPct val="150000"/>
              </a:lnSpc>
              <a:spcAft>
                <a:spcPts val="601"/>
              </a:spcAft>
            </a:pPr>
            <a:r>
              <a:rPr b="0" lang="es-ES" sz="2500" spc="-1" strike="noStrike">
                <a:solidFill>
                  <a:schemeClr val="lt1"/>
                </a:solidFill>
                <a:latin typeface="Arial"/>
                <a:ea typeface="MS Gothic"/>
              </a:rPr>
              <a:t>PROCESO DE GESTIÓN DE LA ALIMENTACIÓN</a:t>
            </a:r>
            <a:endParaRPr b="0" lang="es-ES" sz="2500" spc="-1" strike="noStrike">
              <a:solidFill>
                <a:srgbClr val="ffffff"/>
              </a:solidFill>
              <a:latin typeface="Arial"/>
            </a:endParaRPr>
          </a:p>
        </p:txBody>
      </p:sp>
      <p:sp>
        <p:nvSpPr>
          <p:cNvPr id="149" name=""/>
          <p:cNvSpPr/>
          <p:nvPr/>
        </p:nvSpPr>
        <p:spPr>
          <a:xfrm>
            <a:off x="3744000" y="4896000"/>
            <a:ext cx="1468440" cy="352440"/>
          </a:xfrm>
          <a:prstGeom prst="rightArrow">
            <a:avLst>
              <a:gd name="adj1" fmla="val 50000"/>
              <a:gd name="adj2" fmla="val 102500"/>
            </a:avLst>
          </a:prstGeom>
          <a:solidFill>
            <a:srgbClr val="c9211e"/>
          </a:solidFill>
          <a:ln w="0">
            <a:solidFill>
              <a:srgbClr val="c9211e"/>
            </a:solidFill>
          </a:ln>
        </p:spPr>
        <p:style>
          <a:lnRef idx="0"/>
          <a:fillRef idx="0"/>
          <a:effectRef idx="0"/>
          <a:fontRef idx="minor"/>
        </p:style>
        <p:txBody>
          <a:bodyPr lIns="90000" rIns="90000" tIns="45000" bIns="45000" anchor="ctr">
            <a:noAutofit/>
          </a:bodyPr>
          <a:p>
            <a:pPr>
              <a:lnSpc>
                <a:spcPct val="100000"/>
              </a:lnSpc>
            </a:pPr>
            <a:endParaRPr b="0" lang="es-ES" sz="1800" spc="-1" strike="noStrike">
              <a:solidFill>
                <a:srgbClr val="ffffff"/>
              </a:solidFill>
              <a:latin typeface="Arial"/>
              <a:ea typeface="DejaVu Sans"/>
            </a:endParaRPr>
          </a:p>
        </p:txBody>
      </p:sp>
      <p:sp>
        <p:nvSpPr>
          <p:cNvPr id="150" name=""/>
          <p:cNvSpPr/>
          <p:nvPr/>
        </p:nvSpPr>
        <p:spPr>
          <a:xfrm>
            <a:off x="1908000" y="3528000"/>
            <a:ext cx="2440440" cy="352440"/>
          </a:xfrm>
          <a:prstGeom prst="leftArrow">
            <a:avLst>
              <a:gd name="adj1" fmla="val 50000"/>
              <a:gd name="adj2" fmla="val 170000"/>
            </a:avLst>
          </a:prstGeom>
          <a:solidFill>
            <a:srgbClr val="c9211e"/>
          </a:solidFill>
          <a:ln w="0">
            <a:solidFill>
              <a:srgbClr val="c9211e"/>
            </a:solidFill>
          </a:ln>
        </p:spPr>
        <p:style>
          <a:lnRef idx="0"/>
          <a:fillRef idx="0"/>
          <a:effectRef idx="0"/>
          <a:fontRef idx="minor"/>
        </p:style>
        <p:txBody>
          <a:bodyPr lIns="90000" rIns="90000" tIns="45000" bIns="45000" anchor="ctr">
            <a:noAutofit/>
          </a:bodyPr>
          <a:p>
            <a:pPr>
              <a:lnSpc>
                <a:spcPct val="100000"/>
              </a:lnSpc>
            </a:pPr>
            <a:endParaRPr b="0" lang="es-ES" sz="1800" spc="-1" strike="noStrike">
              <a:solidFill>
                <a:srgbClr val="ffffff"/>
              </a:solidFill>
              <a:latin typeface="Arial"/>
              <a:ea typeface="DejaVu Sans"/>
            </a:endParaRPr>
          </a:p>
        </p:txBody>
      </p:sp>
      <p:sp>
        <p:nvSpPr>
          <p:cNvPr id="151" name=""/>
          <p:cNvSpPr/>
          <p:nvPr/>
        </p:nvSpPr>
        <p:spPr>
          <a:xfrm>
            <a:off x="1800000" y="2520000"/>
            <a:ext cx="1828440" cy="352440"/>
          </a:xfrm>
          <a:prstGeom prst="rightArrow">
            <a:avLst>
              <a:gd name="adj1" fmla="val 50000"/>
              <a:gd name="adj2" fmla="val 127500"/>
            </a:avLst>
          </a:prstGeom>
          <a:solidFill>
            <a:srgbClr val="c9211e"/>
          </a:solidFill>
          <a:ln w="0">
            <a:solidFill>
              <a:srgbClr val="c9211e"/>
            </a:solidFill>
          </a:ln>
        </p:spPr>
        <p:style>
          <a:lnRef idx="0"/>
          <a:fillRef idx="0"/>
          <a:effectRef idx="0"/>
          <a:fontRef idx="minor"/>
        </p:style>
        <p:txBody>
          <a:bodyPr lIns="90000" rIns="90000" tIns="45000" bIns="45000" anchor="ctr">
            <a:noAutofit/>
          </a:bodyPr>
          <a:p>
            <a:pPr>
              <a:lnSpc>
                <a:spcPct val="100000"/>
              </a:lnSpc>
            </a:pPr>
            <a:endParaRPr b="0" lang="es-ES" sz="1800" spc="-1" strike="noStrike">
              <a:solidFill>
                <a:srgbClr val="ffffff"/>
              </a:solidFill>
              <a:latin typeface="Arial"/>
              <a:ea typeface="DejaVu Sans"/>
            </a:endParaRPr>
          </a:p>
        </p:txBody>
      </p:sp>
      <p:sp>
        <p:nvSpPr>
          <p:cNvPr id="152" name=""/>
          <p:cNvSpPr/>
          <p:nvPr/>
        </p:nvSpPr>
        <p:spPr>
          <a:xfrm>
            <a:off x="3924360" y="2520360"/>
            <a:ext cx="1720080" cy="352440"/>
          </a:xfrm>
          <a:prstGeom prst="rightArrow">
            <a:avLst>
              <a:gd name="adj1" fmla="val 50000"/>
              <a:gd name="adj2" fmla="val 119975"/>
            </a:avLst>
          </a:prstGeom>
          <a:solidFill>
            <a:srgbClr val="c9211e"/>
          </a:solidFill>
          <a:ln w="0">
            <a:solidFill>
              <a:srgbClr val="c9211e"/>
            </a:solidFill>
          </a:ln>
        </p:spPr>
        <p:style>
          <a:lnRef idx="0"/>
          <a:fillRef idx="0"/>
          <a:effectRef idx="0"/>
          <a:fontRef idx="minor"/>
        </p:style>
        <p:txBody>
          <a:bodyPr lIns="90000" rIns="90000" tIns="45000" bIns="45000" anchor="ctr">
            <a:noAutofit/>
          </a:bodyPr>
          <a:p>
            <a:pPr>
              <a:lnSpc>
                <a:spcPct val="100000"/>
              </a:lnSpc>
            </a:pPr>
            <a:endParaRPr b="0" lang="es-ES" sz="1800" spc="-1" strike="noStrike">
              <a:solidFill>
                <a:srgbClr val="ffffff"/>
              </a:solidFill>
              <a:latin typeface="Arial"/>
              <a:ea typeface="DejaVu Sans"/>
            </a:endParaRPr>
          </a:p>
        </p:txBody>
      </p:sp>
      <p:sp>
        <p:nvSpPr>
          <p:cNvPr id="153" name=""/>
          <p:cNvSpPr/>
          <p:nvPr/>
        </p:nvSpPr>
        <p:spPr>
          <a:xfrm flipV="1" rot="5389200">
            <a:off x="5689440" y="2663640"/>
            <a:ext cx="712440" cy="622440"/>
          </a:xfrm>
          <a:custGeom>
            <a:avLst/>
            <a:gdLst>
              <a:gd name="textAreaLeft" fmla="*/ 0 w 712440"/>
              <a:gd name="textAreaRight" fmla="*/ 720000 w 712440"/>
              <a:gd name="textAreaTop" fmla="*/ -3960 h 622440"/>
              <a:gd name="textAreaBottom" fmla="*/ 626040 h 622440"/>
            </a:gdLst>
            <a:ahLst/>
            <a:rect l="textAreaLeft" t="textAreaTop" r="textAreaRight" b="textAreaBottom"/>
            <a:pathLst>
              <a:path w="841" h="854">
                <a:moveTo>
                  <a:pt x="517" y="247"/>
                </a:moveTo>
                <a:lnTo>
                  <a:pt x="517" y="415"/>
                </a:lnTo>
                <a:lnTo>
                  <a:pt x="264" y="415"/>
                </a:lnTo>
                <a:lnTo>
                  <a:pt x="264" y="0"/>
                </a:lnTo>
                <a:lnTo>
                  <a:pt x="0" y="0"/>
                </a:lnTo>
                <a:lnTo>
                  <a:pt x="0" y="680"/>
                </a:lnTo>
                <a:lnTo>
                  <a:pt x="517" y="680"/>
                </a:lnTo>
                <a:lnTo>
                  <a:pt x="517" y="854"/>
                </a:lnTo>
                <a:lnTo>
                  <a:pt x="841" y="547"/>
                </a:lnTo>
                <a:lnTo>
                  <a:pt x="517" y="247"/>
                </a:lnTo>
                <a:close/>
              </a:path>
            </a:pathLst>
          </a:custGeom>
          <a:solidFill>
            <a:srgbClr val="c9211e"/>
          </a:solidFill>
          <a:ln w="0">
            <a:solidFill>
              <a:srgbClr val="c9211e"/>
            </a:solidFill>
          </a:ln>
        </p:spPr>
        <p:style>
          <a:lnRef idx="0"/>
          <a:fillRef idx="0"/>
          <a:effectRef idx="0"/>
          <a:fontRef idx="minor"/>
        </p:style>
        <p:txBody>
          <a:bodyPr lIns="90000" rIns="90000" tIns="45000" bIns="45000" anchor="ctr">
            <a:noAutofit/>
          </a:bodyPr>
          <a:p>
            <a:pPr>
              <a:lnSpc>
                <a:spcPct val="100000"/>
              </a:lnSpc>
            </a:pPr>
            <a:endParaRPr b="0" lang="es-ES" sz="1800" spc="-1" strike="noStrike">
              <a:solidFill>
                <a:srgbClr val="ffffff"/>
              </a:solidFill>
              <a:latin typeface="Arial"/>
              <a:ea typeface="DejaVu Sans"/>
            </a:endParaRPr>
          </a:p>
        </p:txBody>
      </p:sp>
      <p:sp>
        <p:nvSpPr>
          <p:cNvPr id="154" name=""/>
          <p:cNvSpPr/>
          <p:nvPr/>
        </p:nvSpPr>
        <p:spPr>
          <a:xfrm flipH="1">
            <a:off x="4672080" y="3564000"/>
            <a:ext cx="712440" cy="712440"/>
          </a:xfrm>
          <a:custGeom>
            <a:avLst/>
            <a:gdLst>
              <a:gd name="textAreaLeft" fmla="*/ -3960 w 712440"/>
              <a:gd name="textAreaRight" fmla="*/ 716040 w 712440"/>
              <a:gd name="textAreaTop" fmla="*/ 0 h 712440"/>
              <a:gd name="textAreaBottom" fmla="*/ 720000 h 712440"/>
            </a:gdLst>
            <a:ahLst/>
            <a:rect l="textAreaLeft" t="textAreaTop" r="textAreaRight" b="textAreaBottom"/>
            <a:pathLst>
              <a:path w="142" h="147">
                <a:moveTo>
                  <a:pt x="98" y="21"/>
                </a:moveTo>
                <a:cubicBezTo>
                  <a:pt x="64" y="21"/>
                  <a:pt x="36" y="50"/>
                  <a:pt x="36" y="84"/>
                </a:cubicBezTo>
                <a:cubicBezTo>
                  <a:pt x="36" y="102"/>
                  <a:pt x="22" y="116"/>
                  <a:pt x="4" y="116"/>
                </a:cubicBezTo>
                <a:cubicBezTo>
                  <a:pt x="0" y="116"/>
                  <a:pt x="0" y="116"/>
                  <a:pt x="0" y="116"/>
                </a:cubicBezTo>
                <a:cubicBezTo>
                  <a:pt x="0" y="147"/>
                  <a:pt x="0" y="147"/>
                  <a:pt x="0" y="147"/>
                </a:cubicBezTo>
                <a:cubicBezTo>
                  <a:pt x="4" y="147"/>
                  <a:pt x="4" y="147"/>
                  <a:pt x="4" y="147"/>
                </a:cubicBezTo>
                <a:cubicBezTo>
                  <a:pt x="39" y="147"/>
                  <a:pt x="67" y="119"/>
                  <a:pt x="67" y="84"/>
                </a:cubicBezTo>
                <a:cubicBezTo>
                  <a:pt x="67" y="67"/>
                  <a:pt x="81" y="53"/>
                  <a:pt x="98" y="53"/>
                </a:cubicBezTo>
                <a:cubicBezTo>
                  <a:pt x="103" y="53"/>
                  <a:pt x="103" y="53"/>
                  <a:pt x="103" y="53"/>
                </a:cubicBezTo>
                <a:cubicBezTo>
                  <a:pt x="103" y="73"/>
                  <a:pt x="103" y="73"/>
                  <a:pt x="103" y="73"/>
                </a:cubicBezTo>
                <a:cubicBezTo>
                  <a:pt x="142" y="37"/>
                  <a:pt x="142" y="37"/>
                  <a:pt x="142" y="37"/>
                </a:cubicBezTo>
                <a:cubicBezTo>
                  <a:pt x="103" y="0"/>
                  <a:pt x="103" y="0"/>
                  <a:pt x="103" y="0"/>
                </a:cubicBezTo>
                <a:cubicBezTo>
                  <a:pt x="103" y="21"/>
                  <a:pt x="103" y="21"/>
                  <a:pt x="103" y="21"/>
                </a:cubicBezTo>
                <a:lnTo>
                  <a:pt x="98" y="21"/>
                </a:lnTo>
                <a:close/>
              </a:path>
            </a:pathLst>
          </a:custGeom>
          <a:solidFill>
            <a:srgbClr val="c9211e"/>
          </a:solidFill>
          <a:ln w="0">
            <a:solidFill>
              <a:srgbClr val="c9211e"/>
            </a:solidFill>
          </a:ln>
        </p:spPr>
        <p:style>
          <a:lnRef idx="0"/>
          <a:fillRef idx="0"/>
          <a:effectRef idx="0"/>
          <a:fontRef idx="minor"/>
        </p:style>
        <p:txBody>
          <a:bodyPr lIns="90000" rIns="90000" tIns="45000" bIns="45000" anchor="ctr">
            <a:noAutofit/>
          </a:bodyPr>
          <a:p>
            <a:pPr>
              <a:lnSpc>
                <a:spcPct val="100000"/>
              </a:lnSpc>
            </a:pPr>
            <a:endParaRPr b="0" lang="es-ES" sz="1800" spc="-1" strike="noStrike">
              <a:solidFill>
                <a:srgbClr val="ffffff"/>
              </a:solidFill>
              <a:latin typeface="Arial"/>
              <a:ea typeface="DejaVu Sans"/>
            </a:endParaRPr>
          </a:p>
        </p:txBody>
      </p:sp>
      <p:sp>
        <p:nvSpPr>
          <p:cNvPr id="155" name=""/>
          <p:cNvSpPr/>
          <p:nvPr/>
        </p:nvSpPr>
        <p:spPr>
          <a:xfrm>
            <a:off x="6696000" y="3960000"/>
            <a:ext cx="1397880" cy="352440"/>
          </a:xfrm>
          <a:prstGeom prst="rightArrow">
            <a:avLst>
              <a:gd name="adj1" fmla="val 50000"/>
              <a:gd name="adj2" fmla="val 119975"/>
            </a:avLst>
          </a:prstGeom>
          <a:solidFill>
            <a:srgbClr val="c9211e"/>
          </a:solidFill>
          <a:ln w="0">
            <a:solidFill>
              <a:srgbClr val="c9211e"/>
            </a:solidFill>
          </a:ln>
        </p:spPr>
        <p:style>
          <a:lnRef idx="0"/>
          <a:fillRef idx="0"/>
          <a:effectRef idx="0"/>
          <a:fontRef idx="minor"/>
        </p:style>
        <p:txBody>
          <a:bodyPr lIns="90000" rIns="90000" tIns="45000" bIns="45000" anchor="ctr">
            <a:noAutofit/>
          </a:bodyPr>
          <a:p>
            <a:pPr>
              <a:lnSpc>
                <a:spcPct val="100000"/>
              </a:lnSpc>
            </a:pPr>
            <a:endParaRPr b="0" lang="es-ES" sz="1800" spc="-1" strike="noStrike">
              <a:solidFill>
                <a:srgbClr val="ffffff"/>
              </a:solidFill>
              <a:latin typeface="Arial"/>
              <a:ea typeface="DejaVu Sans"/>
            </a:endParaRPr>
          </a:p>
        </p:txBody>
      </p:sp>
      <p:sp>
        <p:nvSpPr>
          <p:cNvPr id="156" name=""/>
          <p:cNvSpPr/>
          <p:nvPr/>
        </p:nvSpPr>
        <p:spPr>
          <a:xfrm>
            <a:off x="9938160" y="2851200"/>
            <a:ext cx="531360" cy="351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s-ES" sz="1800" spc="-1" strike="noStrike">
                <a:solidFill>
                  <a:srgbClr val="ff0000"/>
                </a:solidFill>
                <a:latin typeface="Arial"/>
                <a:ea typeface="DejaVu Sans"/>
              </a:rPr>
              <a:t>8</a:t>
            </a:r>
            <a:endParaRPr b="0" lang="es-ES" sz="1800" spc="-1" strike="noStrike">
              <a:solidFill>
                <a:srgbClr val="000000"/>
              </a:solidFill>
              <a:latin typeface="Arial"/>
            </a:endParaRPr>
          </a:p>
        </p:txBody>
      </p:sp>
      <p:sp>
        <p:nvSpPr>
          <p:cNvPr id="157" name=""/>
          <p:cNvSpPr/>
          <p:nvPr/>
        </p:nvSpPr>
        <p:spPr>
          <a:xfrm rot="37800">
            <a:off x="9319680" y="3960360"/>
            <a:ext cx="965880" cy="352440"/>
          </a:xfrm>
          <a:prstGeom prst="rightArrow">
            <a:avLst>
              <a:gd name="adj1" fmla="val 50000"/>
              <a:gd name="adj2" fmla="val 119975"/>
            </a:avLst>
          </a:prstGeom>
          <a:solidFill>
            <a:srgbClr val="c9211e"/>
          </a:solidFill>
          <a:ln w="0">
            <a:solidFill>
              <a:srgbClr val="c9211e"/>
            </a:solidFill>
          </a:ln>
        </p:spPr>
        <p:style>
          <a:lnRef idx="0"/>
          <a:fillRef idx="0"/>
          <a:effectRef idx="0"/>
          <a:fontRef idx="minor"/>
        </p:style>
        <p:txBody>
          <a:bodyPr lIns="90000" rIns="90000" tIns="45000" bIns="45000" anchor="ctr">
            <a:noAutofit/>
          </a:bodyPr>
          <a:p>
            <a:pPr>
              <a:lnSpc>
                <a:spcPct val="100000"/>
              </a:lnSpc>
            </a:pPr>
            <a:endParaRPr b="0" lang="es-ES" sz="1800" spc="-1" strike="noStrike">
              <a:solidFill>
                <a:srgbClr val="ffffff"/>
              </a:solidFill>
              <a:latin typeface="Arial"/>
              <a:ea typeface="DejaVu Sans"/>
            </a:endParaRPr>
          </a:p>
        </p:txBody>
      </p:sp>
      <p:sp>
        <p:nvSpPr>
          <p:cNvPr id="158" name=""/>
          <p:cNvSpPr/>
          <p:nvPr/>
        </p:nvSpPr>
        <p:spPr>
          <a:xfrm flipV="1" rot="10879200">
            <a:off x="10200960" y="5119920"/>
            <a:ext cx="712440" cy="622440"/>
          </a:xfrm>
          <a:custGeom>
            <a:avLst/>
            <a:gdLst>
              <a:gd name="textAreaLeft" fmla="*/ 0 w 712440"/>
              <a:gd name="textAreaRight" fmla="*/ 720000 w 712440"/>
              <a:gd name="textAreaTop" fmla="*/ -3960 h 622440"/>
              <a:gd name="textAreaBottom" fmla="*/ 626040 h 622440"/>
            </a:gdLst>
            <a:ahLst/>
            <a:rect l="textAreaLeft" t="textAreaTop" r="textAreaRight" b="textAreaBottom"/>
            <a:pathLst>
              <a:path w="841" h="854">
                <a:moveTo>
                  <a:pt x="517" y="247"/>
                </a:moveTo>
                <a:lnTo>
                  <a:pt x="517" y="415"/>
                </a:lnTo>
                <a:lnTo>
                  <a:pt x="264" y="415"/>
                </a:lnTo>
                <a:lnTo>
                  <a:pt x="264" y="0"/>
                </a:lnTo>
                <a:lnTo>
                  <a:pt x="0" y="0"/>
                </a:lnTo>
                <a:lnTo>
                  <a:pt x="0" y="680"/>
                </a:lnTo>
                <a:lnTo>
                  <a:pt x="517" y="680"/>
                </a:lnTo>
                <a:lnTo>
                  <a:pt x="517" y="854"/>
                </a:lnTo>
                <a:lnTo>
                  <a:pt x="841" y="547"/>
                </a:lnTo>
                <a:lnTo>
                  <a:pt x="517" y="247"/>
                </a:lnTo>
                <a:close/>
              </a:path>
            </a:pathLst>
          </a:custGeom>
          <a:solidFill>
            <a:srgbClr val="c9211e"/>
          </a:solidFill>
          <a:ln w="0">
            <a:solidFill>
              <a:srgbClr val="c9211e"/>
            </a:solidFill>
          </a:ln>
        </p:spPr>
        <p:style>
          <a:lnRef idx="0"/>
          <a:fillRef idx="0"/>
          <a:effectRef idx="0"/>
          <a:fontRef idx="minor"/>
        </p:style>
        <p:txBody>
          <a:bodyPr lIns="90000" rIns="90000" tIns="45000" bIns="45000" anchor="ctr">
            <a:noAutofit/>
          </a:bodyPr>
          <a:p>
            <a:pPr>
              <a:lnSpc>
                <a:spcPct val="100000"/>
              </a:lnSpc>
            </a:pPr>
            <a:endParaRPr b="0" lang="es-ES" sz="1800" spc="-1" strike="noStrike">
              <a:solidFill>
                <a:srgbClr val="ffffff"/>
              </a:solidFill>
              <a:latin typeface="Arial"/>
              <a:ea typeface="DejaVu Sans"/>
            </a:endParaRPr>
          </a:p>
        </p:txBody>
      </p:sp>
      <p:sp>
        <p:nvSpPr>
          <p:cNvPr id="159" name=""/>
          <p:cNvSpPr/>
          <p:nvPr/>
        </p:nvSpPr>
        <p:spPr>
          <a:xfrm rot="10935600">
            <a:off x="7914960" y="5298840"/>
            <a:ext cx="2089800" cy="352440"/>
          </a:xfrm>
          <a:prstGeom prst="rightArrow">
            <a:avLst>
              <a:gd name="adj1" fmla="val 50000"/>
              <a:gd name="adj2" fmla="val 119975"/>
            </a:avLst>
          </a:prstGeom>
          <a:solidFill>
            <a:srgbClr val="c9211e"/>
          </a:solidFill>
          <a:ln w="0">
            <a:solidFill>
              <a:srgbClr val="c9211e"/>
            </a:solidFill>
          </a:ln>
        </p:spPr>
        <p:style>
          <a:lnRef idx="0"/>
          <a:fillRef idx="0"/>
          <a:effectRef idx="0"/>
          <a:fontRef idx="minor"/>
        </p:style>
        <p:txBody>
          <a:bodyPr lIns="90000" rIns="90000" tIns="45000" bIns="45000" anchor="ctr">
            <a:noAutofit/>
          </a:bodyPr>
          <a:p>
            <a:pPr>
              <a:lnSpc>
                <a:spcPct val="100000"/>
              </a:lnSpc>
            </a:pPr>
            <a:endParaRPr b="0" lang="es-ES" sz="1800" spc="-1" strike="noStrike">
              <a:solidFill>
                <a:srgbClr val="ffffff"/>
              </a:solidFill>
              <a:latin typeface="Arial"/>
              <a:ea typeface="DejaVu Sans"/>
            </a:endParaRPr>
          </a:p>
        </p:txBody>
      </p:sp>
      <p:sp>
        <p:nvSpPr>
          <p:cNvPr id="160" name=""/>
          <p:cNvSpPr/>
          <p:nvPr/>
        </p:nvSpPr>
        <p:spPr>
          <a:xfrm flipH="1">
            <a:off x="6833520" y="4731480"/>
            <a:ext cx="853560" cy="712440"/>
          </a:xfrm>
          <a:custGeom>
            <a:avLst/>
            <a:gdLst>
              <a:gd name="textAreaLeft" fmla="*/ -3960 w 853560"/>
              <a:gd name="textAreaRight" fmla="*/ 857160 w 853560"/>
              <a:gd name="textAreaTop" fmla="*/ 0 h 712440"/>
              <a:gd name="textAreaBottom" fmla="*/ 720000 h 712440"/>
            </a:gdLst>
            <a:ahLst/>
            <a:rect l="textAreaLeft" t="textAreaTop" r="textAreaRight" b="textAreaBottom"/>
            <a:pathLst>
              <a:path w="142" h="147">
                <a:moveTo>
                  <a:pt x="98" y="21"/>
                </a:moveTo>
                <a:cubicBezTo>
                  <a:pt x="64" y="21"/>
                  <a:pt x="36" y="50"/>
                  <a:pt x="36" y="84"/>
                </a:cubicBezTo>
                <a:cubicBezTo>
                  <a:pt x="36" y="102"/>
                  <a:pt x="22" y="116"/>
                  <a:pt x="4" y="116"/>
                </a:cubicBezTo>
                <a:cubicBezTo>
                  <a:pt x="0" y="116"/>
                  <a:pt x="0" y="116"/>
                  <a:pt x="0" y="116"/>
                </a:cubicBezTo>
                <a:cubicBezTo>
                  <a:pt x="0" y="147"/>
                  <a:pt x="0" y="147"/>
                  <a:pt x="0" y="147"/>
                </a:cubicBezTo>
                <a:cubicBezTo>
                  <a:pt x="4" y="147"/>
                  <a:pt x="4" y="147"/>
                  <a:pt x="4" y="147"/>
                </a:cubicBezTo>
                <a:cubicBezTo>
                  <a:pt x="39" y="147"/>
                  <a:pt x="67" y="119"/>
                  <a:pt x="67" y="84"/>
                </a:cubicBezTo>
                <a:cubicBezTo>
                  <a:pt x="67" y="67"/>
                  <a:pt x="81" y="53"/>
                  <a:pt x="98" y="53"/>
                </a:cubicBezTo>
                <a:cubicBezTo>
                  <a:pt x="103" y="53"/>
                  <a:pt x="103" y="53"/>
                  <a:pt x="103" y="53"/>
                </a:cubicBezTo>
                <a:cubicBezTo>
                  <a:pt x="103" y="73"/>
                  <a:pt x="103" y="73"/>
                  <a:pt x="103" y="73"/>
                </a:cubicBezTo>
                <a:cubicBezTo>
                  <a:pt x="142" y="37"/>
                  <a:pt x="142" y="37"/>
                  <a:pt x="142" y="37"/>
                </a:cubicBezTo>
                <a:cubicBezTo>
                  <a:pt x="103" y="0"/>
                  <a:pt x="103" y="0"/>
                  <a:pt x="103" y="0"/>
                </a:cubicBezTo>
                <a:cubicBezTo>
                  <a:pt x="103" y="21"/>
                  <a:pt x="103" y="21"/>
                  <a:pt x="103" y="21"/>
                </a:cubicBezTo>
                <a:lnTo>
                  <a:pt x="98" y="21"/>
                </a:lnTo>
                <a:close/>
              </a:path>
            </a:pathLst>
          </a:custGeom>
          <a:solidFill>
            <a:srgbClr val="c9211e"/>
          </a:solidFill>
          <a:ln w="0">
            <a:solidFill>
              <a:srgbClr val="c9211e"/>
            </a:solidFill>
          </a:ln>
        </p:spPr>
        <p:style>
          <a:lnRef idx="0"/>
          <a:fillRef idx="0"/>
          <a:effectRef idx="0"/>
          <a:fontRef idx="minor"/>
        </p:style>
        <p:txBody>
          <a:bodyPr lIns="90000" rIns="90000" tIns="45000" bIns="45000" anchor="ctr">
            <a:noAutofit/>
          </a:bodyPr>
          <a:p>
            <a:pPr>
              <a:lnSpc>
                <a:spcPct val="100000"/>
              </a:lnSpc>
            </a:pPr>
            <a:endParaRPr b="0" lang="es-ES" sz="1800" spc="-1" strike="noStrike">
              <a:solidFill>
                <a:srgbClr val="ffffff"/>
              </a:solidFill>
              <a:latin typeface="Arial"/>
              <a:ea typeface="DejaVu Sans"/>
            </a:endParaRPr>
          </a:p>
        </p:txBody>
      </p:sp>
      <p:sp>
        <p:nvSpPr>
          <p:cNvPr id="161" name=""/>
          <p:cNvSpPr/>
          <p:nvPr/>
        </p:nvSpPr>
        <p:spPr>
          <a:xfrm>
            <a:off x="9038160" y="5047200"/>
            <a:ext cx="531360" cy="351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s-ES" sz="1800" spc="-1" strike="noStrike">
                <a:solidFill>
                  <a:srgbClr val="ff0000"/>
                </a:solidFill>
                <a:latin typeface="Arial"/>
                <a:ea typeface="DejaVu Sans"/>
              </a:rPr>
              <a:t>8</a:t>
            </a:r>
            <a:endParaRPr b="0" lang="es-E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Rectángulo 3"/>
          <p:cNvSpPr/>
          <p:nvPr/>
        </p:nvSpPr>
        <p:spPr>
          <a:xfrm>
            <a:off x="0" y="0"/>
            <a:ext cx="12183840" cy="660960"/>
          </a:xfrm>
          <a:prstGeom prst="rect">
            <a:avLst/>
          </a:prstGeom>
          <a:solidFill>
            <a:srgbClr val="c00000"/>
          </a:solidFill>
          <a:ln w="0">
            <a:noFill/>
          </a:ln>
        </p:spPr>
        <p:style>
          <a:lnRef idx="0"/>
          <a:fillRef idx="0"/>
          <a:effectRef idx="0"/>
          <a:fontRef idx="minor"/>
        </p:style>
        <p:txBody>
          <a:bodyPr lIns="90000" rIns="90000" tIns="45000" bIns="45000" anchor="t">
            <a:spAutoFit/>
          </a:bodyPr>
          <a:p>
            <a:pPr algn="ctr" defTabSz="914400">
              <a:lnSpc>
                <a:spcPct val="150000"/>
              </a:lnSpc>
              <a:spcAft>
                <a:spcPts val="601"/>
              </a:spcAft>
            </a:pPr>
            <a:r>
              <a:rPr b="0" lang="es-ES" sz="2500" spc="-1" strike="noStrike">
                <a:solidFill>
                  <a:schemeClr val="lt1"/>
                </a:solidFill>
                <a:latin typeface="Arial"/>
                <a:ea typeface="MS Gothic"/>
              </a:rPr>
              <a:t>DEFICIENCIAS</a:t>
            </a:r>
            <a:endParaRPr b="0" lang="es-ES" sz="2500" spc="-1" strike="noStrike">
              <a:solidFill>
                <a:srgbClr val="ffffff"/>
              </a:solidFill>
              <a:latin typeface="Arial"/>
            </a:endParaRPr>
          </a:p>
        </p:txBody>
      </p:sp>
      <p:sp>
        <p:nvSpPr>
          <p:cNvPr id="163" name="CuadroTexto 2"/>
          <p:cNvSpPr/>
          <p:nvPr/>
        </p:nvSpPr>
        <p:spPr>
          <a:xfrm>
            <a:off x="648000" y="1638000"/>
            <a:ext cx="10721520" cy="438804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es-ES" sz="2400" spc="-1" strike="noStrike">
                <a:solidFill>
                  <a:schemeClr val="dk1"/>
                </a:solidFill>
                <a:latin typeface="Arial"/>
                <a:ea typeface="Noto Sans CJK SC"/>
              </a:rPr>
              <a:t>- No existe un mecanismo centralizado de control de inventario.</a:t>
            </a:r>
            <a:endParaRPr b="0" lang="es-ES" sz="2400" spc="-1" strike="noStrike">
              <a:solidFill>
                <a:srgbClr val="000000"/>
              </a:solidFill>
              <a:latin typeface="Arial"/>
            </a:endParaRPr>
          </a:p>
          <a:p>
            <a:pPr marL="33480" algn="just" defTabSz="914400">
              <a:lnSpc>
                <a:spcPct val="150000"/>
              </a:lnSpc>
            </a:pPr>
            <a:endParaRPr b="0" lang="es-ES" sz="2400" spc="-1" strike="noStrike">
              <a:solidFill>
                <a:srgbClr val="000000"/>
              </a:solidFill>
              <a:latin typeface="Arial"/>
            </a:endParaRPr>
          </a:p>
          <a:p>
            <a:pPr marL="33480" algn="just" defTabSz="914400">
              <a:lnSpc>
                <a:spcPct val="100000"/>
              </a:lnSpc>
            </a:pPr>
            <a:r>
              <a:rPr b="0" lang="es-ES" sz="2400" spc="-1" strike="noStrike">
                <a:solidFill>
                  <a:schemeClr val="dk1"/>
                </a:solidFill>
                <a:latin typeface="Arial"/>
                <a:ea typeface="Noto Sans CJK SC"/>
              </a:rPr>
              <a:t>- En el proceso actual intervienen muchos trabajadores.</a:t>
            </a:r>
            <a:endParaRPr b="0" lang="es-ES" sz="2400" spc="-1" strike="noStrike">
              <a:solidFill>
                <a:srgbClr val="000000"/>
              </a:solidFill>
              <a:latin typeface="Arial"/>
            </a:endParaRPr>
          </a:p>
          <a:p>
            <a:pPr marL="33480" algn="just" defTabSz="914400">
              <a:lnSpc>
                <a:spcPct val="100000"/>
              </a:lnSpc>
            </a:pPr>
            <a:endParaRPr b="0" lang="es-ES" sz="2400" spc="-1" strike="noStrike">
              <a:solidFill>
                <a:srgbClr val="000000"/>
              </a:solidFill>
              <a:latin typeface="Arial"/>
            </a:endParaRPr>
          </a:p>
          <a:p>
            <a:pPr marL="33480" algn="just" defTabSz="914400">
              <a:lnSpc>
                <a:spcPct val="100000"/>
              </a:lnSpc>
            </a:pPr>
            <a:r>
              <a:rPr b="0" lang="es-ES" sz="2400" spc="-1" strike="noStrike">
                <a:solidFill>
                  <a:schemeClr val="dk1"/>
                </a:solidFill>
                <a:latin typeface="Arial"/>
                <a:ea typeface="Noto Sans CJK SC"/>
              </a:rPr>
              <a:t>- Para reservar el ticket hay que estar presente de forma obligatoria en la Universidad.</a:t>
            </a:r>
            <a:endParaRPr b="0" lang="es-ES" sz="2400" spc="-1" strike="noStrike">
              <a:solidFill>
                <a:srgbClr val="000000"/>
              </a:solidFill>
              <a:latin typeface="Arial"/>
            </a:endParaRPr>
          </a:p>
          <a:p>
            <a:pPr marL="33480" algn="just" defTabSz="914400">
              <a:lnSpc>
                <a:spcPct val="100000"/>
              </a:lnSpc>
            </a:pPr>
            <a:endParaRPr b="0" lang="es-ES" sz="2400" spc="-1" strike="noStrike">
              <a:solidFill>
                <a:srgbClr val="000000"/>
              </a:solidFill>
              <a:latin typeface="Arial"/>
            </a:endParaRPr>
          </a:p>
          <a:p>
            <a:pPr marL="33480" defTabSz="914400">
              <a:lnSpc>
                <a:spcPct val="100000"/>
              </a:lnSpc>
            </a:pPr>
            <a:endParaRPr b="0" lang="es-ES" sz="2400" spc="-1" strike="noStrike">
              <a:solidFill>
                <a:srgbClr val="000000"/>
              </a:solidFill>
              <a:latin typeface="Arial"/>
            </a:endParaRPr>
          </a:p>
          <a:p>
            <a:pPr marL="33480" algn="just" defTabSz="914400">
              <a:lnSpc>
                <a:spcPct val="100000"/>
              </a:lnSpc>
            </a:pPr>
            <a:r>
              <a:rPr b="0" lang="es-ES" sz="2400" spc="-1" strike="noStrike">
                <a:solidFill>
                  <a:schemeClr val="dk1"/>
                </a:solidFill>
                <a:latin typeface="Arial"/>
                <a:ea typeface="Noto Sans CJK SC"/>
              </a:rPr>
              <a:t>- No es posible hacer reservas o pagos en línea.</a:t>
            </a:r>
            <a:endParaRPr b="0" lang="es-ES" sz="2400" spc="-1" strike="noStrike">
              <a:solidFill>
                <a:srgbClr val="000000"/>
              </a:solidFill>
              <a:latin typeface="Arial"/>
            </a:endParaRPr>
          </a:p>
          <a:p>
            <a:pPr marL="33480" defTabSz="914400">
              <a:lnSpc>
                <a:spcPct val="100000"/>
              </a:lnSpc>
            </a:pPr>
            <a:endParaRPr b="0" lang="es-ES" sz="2400" spc="-1" strike="noStrike">
              <a:solidFill>
                <a:srgbClr val="000000"/>
              </a:solidFill>
              <a:latin typeface="Arial"/>
            </a:endParaRPr>
          </a:p>
          <a:p>
            <a:pPr marL="33480" algn="just" defTabSz="914400">
              <a:lnSpc>
                <a:spcPct val="150000"/>
              </a:lnSpc>
            </a:pPr>
            <a:endParaRPr b="0" lang="es-E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Rectángulo 3"/>
          <p:cNvSpPr/>
          <p:nvPr/>
        </p:nvSpPr>
        <p:spPr>
          <a:xfrm>
            <a:off x="0" y="0"/>
            <a:ext cx="12183840" cy="660960"/>
          </a:xfrm>
          <a:prstGeom prst="rect">
            <a:avLst/>
          </a:prstGeom>
          <a:solidFill>
            <a:srgbClr val="c00000"/>
          </a:solidFill>
          <a:ln w="0">
            <a:noFill/>
          </a:ln>
        </p:spPr>
        <p:style>
          <a:lnRef idx="0"/>
          <a:fillRef idx="0"/>
          <a:effectRef idx="0"/>
          <a:fontRef idx="minor"/>
        </p:style>
        <p:txBody>
          <a:bodyPr lIns="90000" rIns="90000" tIns="45000" bIns="45000" anchor="t">
            <a:spAutoFit/>
          </a:bodyPr>
          <a:p>
            <a:pPr algn="ctr" defTabSz="914400">
              <a:lnSpc>
                <a:spcPct val="150000"/>
              </a:lnSpc>
              <a:spcAft>
                <a:spcPts val="601"/>
              </a:spcAft>
            </a:pPr>
            <a:r>
              <a:rPr b="0" lang="es-ES" sz="2500" spc="-1" strike="noStrike">
                <a:solidFill>
                  <a:schemeClr val="lt1"/>
                </a:solidFill>
                <a:latin typeface="Arial"/>
                <a:ea typeface="MS Gothic"/>
              </a:rPr>
              <a:t>PROBLEMA DE INVESTIGACIÓN</a:t>
            </a:r>
            <a:endParaRPr b="0" lang="es-ES" sz="2500" spc="-1" strike="noStrike">
              <a:solidFill>
                <a:srgbClr val="ffffff"/>
              </a:solidFill>
              <a:latin typeface="Arial"/>
            </a:endParaRPr>
          </a:p>
        </p:txBody>
      </p:sp>
      <p:sp>
        <p:nvSpPr>
          <p:cNvPr id="165" name="Rectángulo: esquinas diagonales redondeadas 1"/>
          <p:cNvSpPr/>
          <p:nvPr/>
        </p:nvSpPr>
        <p:spPr>
          <a:xfrm>
            <a:off x="1368000" y="1680480"/>
            <a:ext cx="9321120" cy="3603960"/>
          </a:xfrm>
          <a:prstGeom prst="round2DiagRect">
            <a:avLst>
              <a:gd name="adj1" fmla="val 16667"/>
              <a:gd name="adj2" fmla="val 0"/>
            </a:avLst>
          </a:prstGeom>
          <a:noFill/>
          <a:ln w="57240">
            <a:solidFill>
              <a:srgbClr val="c00000"/>
            </a:solidFill>
            <a:miter/>
          </a:ln>
        </p:spPr>
        <p:style>
          <a:lnRef idx="0"/>
          <a:fillRef idx="0"/>
          <a:effectRef idx="0"/>
          <a:fontRef idx="minor"/>
        </p:style>
        <p:txBody>
          <a:bodyPr lIns="90000" rIns="90000" tIns="45000" bIns="45000" anchor="ctr">
            <a:noAutofit/>
          </a:bodyPr>
          <a:p>
            <a:pPr algn="just" defTabSz="914400">
              <a:lnSpc>
                <a:spcPct val="115000"/>
              </a:lnSpc>
              <a:spcBef>
                <a:spcPts val="601"/>
              </a:spcBef>
            </a:pPr>
            <a:r>
              <a:rPr b="0" lang="es-ES_tradnl" sz="2400" spc="-1" strike="noStrike">
                <a:solidFill>
                  <a:schemeClr val="dk1"/>
                </a:solidFill>
                <a:latin typeface="Arial"/>
                <a:ea typeface="Noto Sans CJK SC"/>
              </a:rPr>
              <a:t>Las insuficiencias en la gestión del menú limitan la calidad de los servicios en los comedores de la Universidad de Las Tunas</a:t>
            </a:r>
            <a:endParaRPr b="0" lang="es-E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Rectángulo 3"/>
          <p:cNvSpPr/>
          <p:nvPr/>
        </p:nvSpPr>
        <p:spPr>
          <a:xfrm>
            <a:off x="0" y="0"/>
            <a:ext cx="12183840" cy="660960"/>
          </a:xfrm>
          <a:prstGeom prst="rect">
            <a:avLst/>
          </a:prstGeom>
          <a:solidFill>
            <a:srgbClr val="c00000"/>
          </a:solidFill>
          <a:ln w="0">
            <a:noFill/>
          </a:ln>
        </p:spPr>
        <p:style>
          <a:lnRef idx="0"/>
          <a:fillRef idx="0"/>
          <a:effectRef idx="0"/>
          <a:fontRef idx="minor"/>
        </p:style>
        <p:txBody>
          <a:bodyPr lIns="90000" rIns="90000" tIns="45000" bIns="45000" anchor="t">
            <a:spAutoFit/>
          </a:bodyPr>
          <a:p>
            <a:pPr algn="ctr" defTabSz="914400">
              <a:lnSpc>
                <a:spcPct val="150000"/>
              </a:lnSpc>
              <a:spcAft>
                <a:spcPts val="601"/>
              </a:spcAft>
            </a:pPr>
            <a:r>
              <a:rPr b="0" lang="es-ES" sz="2500" spc="-1" strike="noStrike">
                <a:solidFill>
                  <a:schemeClr val="lt1"/>
                </a:solidFill>
                <a:latin typeface="Arial"/>
                <a:ea typeface="MS Gothic"/>
              </a:rPr>
              <a:t>OBJETO DE ESTUDIO</a:t>
            </a:r>
            <a:endParaRPr b="0" lang="es-ES" sz="2500" spc="-1" strike="noStrike">
              <a:solidFill>
                <a:srgbClr val="ffffff"/>
              </a:solidFill>
              <a:latin typeface="Arial"/>
            </a:endParaRPr>
          </a:p>
        </p:txBody>
      </p:sp>
      <p:sp>
        <p:nvSpPr>
          <p:cNvPr id="167" name="Rectángulo: esquinas diagonales redondeadas 3"/>
          <p:cNvSpPr/>
          <p:nvPr/>
        </p:nvSpPr>
        <p:spPr>
          <a:xfrm>
            <a:off x="1368360" y="1680480"/>
            <a:ext cx="9321120" cy="3603960"/>
          </a:xfrm>
          <a:prstGeom prst="round2DiagRect">
            <a:avLst>
              <a:gd name="adj1" fmla="val 16667"/>
              <a:gd name="adj2" fmla="val 0"/>
            </a:avLst>
          </a:prstGeom>
          <a:noFill/>
          <a:ln w="57240">
            <a:solidFill>
              <a:srgbClr val="c00000"/>
            </a:solidFill>
            <a:miter/>
          </a:ln>
        </p:spPr>
        <p:style>
          <a:lnRef idx="0"/>
          <a:fillRef idx="0"/>
          <a:effectRef idx="0"/>
          <a:fontRef idx="minor"/>
        </p:style>
        <p:txBody>
          <a:bodyPr lIns="90000" rIns="90000" tIns="45000" bIns="45000" anchor="ctr">
            <a:noAutofit/>
          </a:bodyPr>
          <a:p>
            <a:pPr algn="ctr" defTabSz="914400">
              <a:lnSpc>
                <a:spcPct val="115000"/>
              </a:lnSpc>
              <a:spcBef>
                <a:spcPts val="601"/>
              </a:spcBef>
            </a:pPr>
            <a:r>
              <a:rPr b="0" lang="es-ES_tradnl" sz="2400" spc="-1" strike="noStrike">
                <a:solidFill>
                  <a:schemeClr val="dk1"/>
                </a:solidFill>
                <a:latin typeface="Arial"/>
                <a:ea typeface="Noto Sans CJK SC"/>
              </a:rPr>
              <a:t>La gestión del menú</a:t>
            </a:r>
            <a:endParaRPr b="0" lang="es-E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Rectángulo 3"/>
          <p:cNvSpPr/>
          <p:nvPr/>
        </p:nvSpPr>
        <p:spPr>
          <a:xfrm>
            <a:off x="0" y="0"/>
            <a:ext cx="12183840" cy="660960"/>
          </a:xfrm>
          <a:prstGeom prst="rect">
            <a:avLst/>
          </a:prstGeom>
          <a:solidFill>
            <a:srgbClr val="c00000"/>
          </a:solidFill>
          <a:ln w="0">
            <a:noFill/>
          </a:ln>
        </p:spPr>
        <p:style>
          <a:lnRef idx="0"/>
          <a:fillRef idx="0"/>
          <a:effectRef idx="0"/>
          <a:fontRef idx="minor"/>
        </p:style>
        <p:txBody>
          <a:bodyPr lIns="90000" rIns="90000" tIns="45000" bIns="45000" anchor="t">
            <a:spAutoFit/>
          </a:bodyPr>
          <a:p>
            <a:pPr algn="ctr" defTabSz="914400">
              <a:lnSpc>
                <a:spcPct val="150000"/>
              </a:lnSpc>
              <a:spcAft>
                <a:spcPts val="601"/>
              </a:spcAft>
            </a:pPr>
            <a:r>
              <a:rPr b="0" lang="es-ES" sz="2500" spc="-1" strike="noStrike">
                <a:solidFill>
                  <a:schemeClr val="lt1"/>
                </a:solidFill>
                <a:latin typeface="Arial"/>
                <a:ea typeface="MS Gothic"/>
              </a:rPr>
              <a:t>OBJETIVO DE INVESTIGACIÓN</a:t>
            </a:r>
            <a:endParaRPr b="0" lang="es-ES" sz="2500" spc="-1" strike="noStrike">
              <a:solidFill>
                <a:srgbClr val="ffffff"/>
              </a:solidFill>
              <a:latin typeface="Arial"/>
            </a:endParaRPr>
          </a:p>
        </p:txBody>
      </p:sp>
      <p:sp>
        <p:nvSpPr>
          <p:cNvPr id="169" name="Rectángulo: esquinas diagonales redondeadas 4"/>
          <p:cNvSpPr/>
          <p:nvPr/>
        </p:nvSpPr>
        <p:spPr>
          <a:xfrm>
            <a:off x="1368720" y="1680480"/>
            <a:ext cx="9321120" cy="3603960"/>
          </a:xfrm>
          <a:prstGeom prst="round2DiagRect">
            <a:avLst>
              <a:gd name="adj1" fmla="val 16667"/>
              <a:gd name="adj2" fmla="val 0"/>
            </a:avLst>
          </a:prstGeom>
          <a:noFill/>
          <a:ln w="57240">
            <a:solidFill>
              <a:srgbClr val="c00000"/>
            </a:solidFill>
            <a:miter/>
          </a:ln>
        </p:spPr>
        <p:style>
          <a:lnRef idx="0"/>
          <a:fillRef idx="0"/>
          <a:effectRef idx="0"/>
          <a:fontRef idx="minor"/>
        </p:style>
        <p:txBody>
          <a:bodyPr lIns="90000" rIns="90000" tIns="45000" bIns="45000" anchor="ctr">
            <a:noAutofit/>
          </a:bodyPr>
          <a:p>
            <a:pPr algn="just">
              <a:lnSpc>
                <a:spcPct val="115000"/>
              </a:lnSpc>
              <a:spcBef>
                <a:spcPts val="601"/>
              </a:spcBef>
            </a:pPr>
            <a:r>
              <a:rPr b="0" lang="es-ES" sz="2400" spc="-1" strike="noStrike">
                <a:solidFill>
                  <a:schemeClr val="dk1"/>
                </a:solidFill>
                <a:latin typeface="Arial"/>
                <a:ea typeface="DejaVu Sans"/>
              </a:rPr>
              <a:t>Desarrollo de un sistema para la</a:t>
            </a:r>
            <a:r>
              <a:rPr b="0" lang="es-ES" sz="2400" spc="-1" strike="noStrike">
                <a:solidFill>
                  <a:srgbClr val="1c1c1c"/>
                </a:solidFill>
                <a:latin typeface="Arial"/>
                <a:ea typeface="Roboto"/>
              </a:rPr>
              <a:t> gestión del menú en los comedores de</a:t>
            </a:r>
            <a:r>
              <a:rPr b="0" lang="es-ES" sz="2400" spc="-1" strike="noStrike">
                <a:solidFill>
                  <a:schemeClr val="dk1"/>
                </a:solidFill>
                <a:latin typeface="Arial"/>
                <a:ea typeface="Noto Sans CJK SC"/>
              </a:rPr>
              <a:t> la Universidad de Las Tunas</a:t>
            </a:r>
            <a:endParaRPr b="0" lang="es-E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Rectángulo 3"/>
          <p:cNvSpPr/>
          <p:nvPr/>
        </p:nvSpPr>
        <p:spPr>
          <a:xfrm>
            <a:off x="0" y="0"/>
            <a:ext cx="12183840" cy="660960"/>
          </a:xfrm>
          <a:prstGeom prst="rect">
            <a:avLst/>
          </a:prstGeom>
          <a:solidFill>
            <a:srgbClr val="c00000"/>
          </a:solidFill>
          <a:ln w="0">
            <a:noFill/>
          </a:ln>
        </p:spPr>
        <p:style>
          <a:lnRef idx="0"/>
          <a:fillRef idx="0"/>
          <a:effectRef idx="0"/>
          <a:fontRef idx="minor"/>
        </p:style>
        <p:txBody>
          <a:bodyPr lIns="90000" rIns="90000" tIns="45000" bIns="45000" anchor="t">
            <a:spAutoFit/>
          </a:bodyPr>
          <a:p>
            <a:pPr algn="ctr" defTabSz="914400">
              <a:lnSpc>
                <a:spcPct val="150000"/>
              </a:lnSpc>
              <a:spcAft>
                <a:spcPts val="601"/>
              </a:spcAft>
            </a:pPr>
            <a:r>
              <a:rPr b="0" lang="es-ES" sz="2500" spc="-1" strike="noStrike">
                <a:solidFill>
                  <a:schemeClr val="lt1"/>
                </a:solidFill>
                <a:latin typeface="Arial"/>
                <a:ea typeface="MS Gothic"/>
              </a:rPr>
              <a:t>CAMPO DE ACCIÓN</a:t>
            </a:r>
            <a:endParaRPr b="0" lang="es-ES" sz="2500" spc="-1" strike="noStrike">
              <a:solidFill>
                <a:srgbClr val="ffffff"/>
              </a:solidFill>
              <a:latin typeface="Arial"/>
            </a:endParaRPr>
          </a:p>
        </p:txBody>
      </p:sp>
      <p:sp>
        <p:nvSpPr>
          <p:cNvPr id="171" name="Rectángulo: esquinas diagonales redondeadas 5"/>
          <p:cNvSpPr/>
          <p:nvPr/>
        </p:nvSpPr>
        <p:spPr>
          <a:xfrm>
            <a:off x="1368360" y="1680480"/>
            <a:ext cx="9321120" cy="3603960"/>
          </a:xfrm>
          <a:prstGeom prst="round2DiagRect">
            <a:avLst>
              <a:gd name="adj1" fmla="val 16667"/>
              <a:gd name="adj2" fmla="val 0"/>
            </a:avLst>
          </a:prstGeom>
          <a:noFill/>
          <a:ln w="57240">
            <a:solidFill>
              <a:srgbClr val="c00000"/>
            </a:solidFill>
            <a:miter/>
          </a:ln>
        </p:spPr>
        <p:style>
          <a:lnRef idx="0"/>
          <a:fillRef idx="0"/>
          <a:effectRef idx="0"/>
          <a:fontRef idx="minor"/>
        </p:style>
        <p:txBody>
          <a:bodyPr lIns="90000" rIns="90000" tIns="45000" bIns="45000" anchor="ctr">
            <a:noAutofit/>
          </a:bodyPr>
          <a:p>
            <a:pPr algn="just" defTabSz="914400">
              <a:lnSpc>
                <a:spcPct val="115000"/>
              </a:lnSpc>
              <a:spcBef>
                <a:spcPts val="601"/>
              </a:spcBef>
            </a:pPr>
            <a:r>
              <a:rPr b="0" lang="es-ES_tradnl" sz="2400" spc="-1" strike="noStrike">
                <a:solidFill>
                  <a:schemeClr val="dk1"/>
                </a:solidFill>
                <a:latin typeface="Arial"/>
                <a:ea typeface="Noto Sans CJK SC"/>
              </a:rPr>
              <a:t>La gestión de información del menú en los comedores de la Universidad de Las Tunas</a:t>
            </a:r>
            <a:endParaRPr b="0" lang="es-E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Rectángulo 3"/>
          <p:cNvSpPr/>
          <p:nvPr/>
        </p:nvSpPr>
        <p:spPr>
          <a:xfrm>
            <a:off x="0" y="0"/>
            <a:ext cx="12183840" cy="660960"/>
          </a:xfrm>
          <a:prstGeom prst="rect">
            <a:avLst/>
          </a:prstGeom>
          <a:solidFill>
            <a:srgbClr val="c00000"/>
          </a:solidFill>
          <a:ln w="0">
            <a:noFill/>
          </a:ln>
        </p:spPr>
        <p:style>
          <a:lnRef idx="0"/>
          <a:fillRef idx="0"/>
          <a:effectRef idx="0"/>
          <a:fontRef idx="minor"/>
        </p:style>
        <p:txBody>
          <a:bodyPr lIns="90000" rIns="90000" tIns="45000" bIns="45000" anchor="t">
            <a:spAutoFit/>
          </a:bodyPr>
          <a:p>
            <a:pPr algn="ctr" defTabSz="914400">
              <a:lnSpc>
                <a:spcPct val="150000"/>
              </a:lnSpc>
              <a:spcAft>
                <a:spcPts val="601"/>
              </a:spcAft>
            </a:pPr>
            <a:r>
              <a:rPr b="0" lang="es-ES" sz="2500" spc="-1" strike="noStrike">
                <a:solidFill>
                  <a:schemeClr val="lt1"/>
                </a:solidFill>
                <a:latin typeface="Arial"/>
                <a:ea typeface="MS Gothic"/>
              </a:rPr>
              <a:t>IDEA A DEFENDER</a:t>
            </a:r>
            <a:endParaRPr b="0" lang="es-ES" sz="2500" spc="-1" strike="noStrike">
              <a:solidFill>
                <a:srgbClr val="ffffff"/>
              </a:solidFill>
              <a:latin typeface="Arial"/>
            </a:endParaRPr>
          </a:p>
        </p:txBody>
      </p:sp>
      <p:sp>
        <p:nvSpPr>
          <p:cNvPr id="173" name="Rectángulo: esquinas diagonales redondeadas 4"/>
          <p:cNvSpPr/>
          <p:nvPr/>
        </p:nvSpPr>
        <p:spPr>
          <a:xfrm>
            <a:off x="1368720" y="1680480"/>
            <a:ext cx="9321120" cy="3603960"/>
          </a:xfrm>
          <a:prstGeom prst="round2DiagRect">
            <a:avLst>
              <a:gd name="adj1" fmla="val 16667"/>
              <a:gd name="adj2" fmla="val 0"/>
            </a:avLst>
          </a:prstGeom>
          <a:noFill/>
          <a:ln w="57240">
            <a:solidFill>
              <a:srgbClr val="c00000"/>
            </a:solidFill>
            <a:miter/>
          </a:ln>
        </p:spPr>
        <p:style>
          <a:lnRef idx="0"/>
          <a:fillRef idx="0"/>
          <a:effectRef idx="0"/>
          <a:fontRef idx="minor"/>
        </p:style>
        <p:txBody>
          <a:bodyPr lIns="90000" rIns="90000" tIns="45000" bIns="45000" anchor="ctr">
            <a:noAutofit/>
          </a:bodyPr>
          <a:p>
            <a:pPr algn="just" defTabSz="914400">
              <a:lnSpc>
                <a:spcPct val="115000"/>
              </a:lnSpc>
              <a:spcBef>
                <a:spcPts val="601"/>
              </a:spcBef>
            </a:pPr>
            <a:r>
              <a:rPr b="0" lang="es-ES_tradnl" sz="2400" spc="-1" strike="noStrike">
                <a:solidFill>
                  <a:schemeClr val="dk1"/>
                </a:solidFill>
                <a:latin typeface="Arial"/>
                <a:ea typeface="DejaVu Sans"/>
              </a:rPr>
              <a:t>Con el desarrollo de un sistema para la</a:t>
            </a:r>
            <a:r>
              <a:rPr b="0" lang="es-ES_tradnl" sz="2400" spc="-1" strike="noStrike">
                <a:solidFill>
                  <a:srgbClr val="1c1c1c"/>
                </a:solidFill>
                <a:latin typeface="Arial"/>
                <a:ea typeface="Roboto"/>
              </a:rPr>
              <a:t> gestión de menú en los comedores de</a:t>
            </a:r>
            <a:r>
              <a:rPr b="0" lang="es-ES_tradnl" sz="2400" spc="-1" strike="noStrike">
                <a:solidFill>
                  <a:schemeClr val="dk1"/>
                </a:solidFill>
                <a:latin typeface="Arial"/>
                <a:ea typeface="Noto Sans CJK SC"/>
              </a:rPr>
              <a:t> la Universidad de Las Tunas se </a:t>
            </a:r>
            <a:r>
              <a:rPr b="0" lang="es-ES_tradnl" sz="2400" spc="-1" strike="noStrike">
                <a:solidFill>
                  <a:schemeClr val="dk1"/>
                </a:solidFill>
                <a:latin typeface="Arial"/>
                <a:ea typeface="Noto Sans CJK SC"/>
              </a:rPr>
              <a:t>contribuirá a aumentar la calidad de los servicios</a:t>
            </a:r>
            <a:endParaRPr b="0" lang="es-E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Rectángulo 3"/>
          <p:cNvSpPr/>
          <p:nvPr/>
        </p:nvSpPr>
        <p:spPr>
          <a:xfrm>
            <a:off x="0" y="0"/>
            <a:ext cx="12183840" cy="660960"/>
          </a:xfrm>
          <a:prstGeom prst="rect">
            <a:avLst/>
          </a:prstGeom>
          <a:solidFill>
            <a:srgbClr val="c00000"/>
          </a:solidFill>
          <a:ln w="0">
            <a:noFill/>
          </a:ln>
        </p:spPr>
        <p:style>
          <a:lnRef idx="0"/>
          <a:fillRef idx="0"/>
          <a:effectRef idx="0"/>
          <a:fontRef idx="minor"/>
        </p:style>
        <p:txBody>
          <a:bodyPr lIns="90000" rIns="90000" tIns="45000" bIns="45000" anchor="t">
            <a:spAutoFit/>
          </a:bodyPr>
          <a:p>
            <a:pPr algn="ctr" defTabSz="914400">
              <a:lnSpc>
                <a:spcPct val="150000"/>
              </a:lnSpc>
              <a:spcAft>
                <a:spcPts val="601"/>
              </a:spcAft>
            </a:pPr>
            <a:r>
              <a:rPr b="0" lang="es-ES" sz="2500" spc="-1" strike="noStrike">
                <a:solidFill>
                  <a:schemeClr val="lt1"/>
                </a:solidFill>
                <a:latin typeface="Arial"/>
                <a:ea typeface="MS Gothic"/>
              </a:rPr>
              <a:t>TAREAS DE INVESTIGACIÓN</a:t>
            </a:r>
            <a:endParaRPr b="0" lang="es-ES" sz="2500" spc="-1" strike="noStrike">
              <a:solidFill>
                <a:srgbClr val="ffffff"/>
              </a:solidFill>
              <a:latin typeface="Arial"/>
            </a:endParaRPr>
          </a:p>
        </p:txBody>
      </p:sp>
      <p:sp>
        <p:nvSpPr>
          <p:cNvPr id="175" name="Rectángulo 1"/>
          <p:cNvSpPr/>
          <p:nvPr/>
        </p:nvSpPr>
        <p:spPr>
          <a:xfrm>
            <a:off x="720000" y="1296000"/>
            <a:ext cx="10722600" cy="434520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es-ES" sz="2300" spc="-1" strike="noStrike">
                <a:solidFill>
                  <a:schemeClr val="dk1"/>
                </a:solidFill>
                <a:latin typeface="Arial"/>
                <a:ea typeface="Calibri"/>
              </a:rPr>
              <a:t>1. Diagnosticar la gestión del menú en los comedores de la Universidad de Las Tunas.</a:t>
            </a:r>
            <a:endParaRPr b="0" lang="es-ES" sz="2300" spc="-1" strike="noStrike">
              <a:solidFill>
                <a:srgbClr val="000000"/>
              </a:solidFill>
              <a:latin typeface="Arial"/>
            </a:endParaRPr>
          </a:p>
          <a:p>
            <a:pPr algn="just">
              <a:lnSpc>
                <a:spcPct val="100000"/>
              </a:lnSpc>
            </a:pPr>
            <a:endParaRPr b="0" lang="es-ES" sz="2300" spc="-1" strike="noStrike">
              <a:solidFill>
                <a:srgbClr val="000000"/>
              </a:solidFill>
              <a:latin typeface="Arial"/>
            </a:endParaRPr>
          </a:p>
          <a:p>
            <a:pPr algn="just">
              <a:lnSpc>
                <a:spcPct val="115000"/>
              </a:lnSpc>
            </a:pPr>
            <a:r>
              <a:rPr b="0" lang="es-ES" sz="2300" spc="-1" strike="noStrike">
                <a:solidFill>
                  <a:schemeClr val="dk1"/>
                </a:solidFill>
                <a:latin typeface="Arial"/>
                <a:ea typeface="Calibri"/>
              </a:rPr>
              <a:t>2. Analizar los sistemas informáticos para la gestión de menú de los comedores.</a:t>
            </a:r>
            <a:endParaRPr b="0" lang="es-ES" sz="2300" spc="-1" strike="noStrike">
              <a:solidFill>
                <a:srgbClr val="000000"/>
              </a:solidFill>
              <a:latin typeface="Arial"/>
            </a:endParaRPr>
          </a:p>
          <a:p>
            <a:pPr algn="just">
              <a:lnSpc>
                <a:spcPct val="100000"/>
              </a:lnSpc>
            </a:pPr>
            <a:endParaRPr b="0" lang="es-ES" sz="2300" spc="-1" strike="noStrike">
              <a:solidFill>
                <a:srgbClr val="000000"/>
              </a:solidFill>
              <a:latin typeface="Arial"/>
            </a:endParaRPr>
          </a:p>
          <a:p>
            <a:pPr algn="just">
              <a:lnSpc>
                <a:spcPct val="100000"/>
              </a:lnSpc>
            </a:pPr>
            <a:r>
              <a:rPr b="0" lang="es-ES" sz="2300" spc="-1" strike="noStrike">
                <a:solidFill>
                  <a:schemeClr val="dk1"/>
                </a:solidFill>
                <a:latin typeface="Arial"/>
                <a:ea typeface="Calibri"/>
              </a:rPr>
              <a:t>3. Seleccionar la metodología, tecnologías, lenguajes y herramientas para el desarrollo del software.</a:t>
            </a:r>
            <a:endParaRPr b="0" lang="es-ES" sz="2300" spc="-1" strike="noStrike">
              <a:solidFill>
                <a:srgbClr val="000000"/>
              </a:solidFill>
              <a:latin typeface="Arial"/>
            </a:endParaRPr>
          </a:p>
          <a:p>
            <a:pPr algn="just">
              <a:lnSpc>
                <a:spcPct val="100000"/>
              </a:lnSpc>
            </a:pPr>
            <a:endParaRPr b="0" lang="es-ES" sz="2300" spc="-1" strike="noStrike">
              <a:solidFill>
                <a:srgbClr val="000000"/>
              </a:solidFill>
              <a:latin typeface="Arial"/>
            </a:endParaRPr>
          </a:p>
          <a:p>
            <a:pPr algn="just">
              <a:lnSpc>
                <a:spcPct val="100000"/>
              </a:lnSpc>
            </a:pPr>
            <a:r>
              <a:rPr b="0" lang="es-ES" sz="2300" spc="-1" strike="noStrike">
                <a:solidFill>
                  <a:schemeClr val="dk1"/>
                </a:solidFill>
                <a:latin typeface="Arial"/>
                <a:ea typeface="Calibri"/>
              </a:rPr>
              <a:t>4. Implementar un sistema para la gestión de menú en los comedores de la Universidad de Las Tunas.</a:t>
            </a:r>
            <a:endParaRPr b="0" lang="es-ES" sz="2300" spc="-1" strike="noStrike">
              <a:solidFill>
                <a:srgbClr val="000000"/>
              </a:solidFill>
              <a:latin typeface="Arial"/>
            </a:endParaRPr>
          </a:p>
          <a:p>
            <a:pPr algn="just">
              <a:lnSpc>
                <a:spcPct val="100000"/>
              </a:lnSpc>
            </a:pPr>
            <a:endParaRPr b="0" lang="es-ES" sz="2300" spc="-1" strike="noStrike">
              <a:solidFill>
                <a:srgbClr val="000000"/>
              </a:solidFill>
              <a:latin typeface="Arial"/>
            </a:endParaRPr>
          </a:p>
          <a:p>
            <a:pPr algn="just">
              <a:lnSpc>
                <a:spcPct val="100000"/>
              </a:lnSpc>
            </a:pPr>
            <a:r>
              <a:rPr b="0" lang="es-ES" sz="2300" spc="-1" strike="noStrike">
                <a:solidFill>
                  <a:schemeClr val="dk1"/>
                </a:solidFill>
                <a:latin typeface="Arial"/>
                <a:ea typeface="Calibri"/>
              </a:rPr>
              <a:t>5. Validar el sistema informático implementado. </a:t>
            </a:r>
            <a:endParaRPr b="0" lang="es-ES" sz="2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Rectángulo 3"/>
          <p:cNvSpPr/>
          <p:nvPr/>
        </p:nvSpPr>
        <p:spPr>
          <a:xfrm>
            <a:off x="0" y="0"/>
            <a:ext cx="12183840" cy="660960"/>
          </a:xfrm>
          <a:prstGeom prst="rect">
            <a:avLst/>
          </a:prstGeom>
          <a:solidFill>
            <a:srgbClr val="c00000"/>
          </a:solidFill>
          <a:ln w="0">
            <a:noFill/>
          </a:ln>
        </p:spPr>
        <p:style>
          <a:lnRef idx="0"/>
          <a:fillRef idx="0"/>
          <a:effectRef idx="0"/>
          <a:fontRef idx="minor"/>
        </p:style>
        <p:txBody>
          <a:bodyPr lIns="90000" rIns="90000" tIns="45000" bIns="45000" anchor="t">
            <a:spAutoFit/>
          </a:bodyPr>
          <a:p>
            <a:pPr algn="ctr" defTabSz="914400">
              <a:lnSpc>
                <a:spcPct val="150000"/>
              </a:lnSpc>
              <a:spcAft>
                <a:spcPts val="601"/>
              </a:spcAft>
            </a:pPr>
            <a:r>
              <a:rPr b="0" lang="es-ES" sz="2500" spc="-1" strike="noStrike">
                <a:solidFill>
                  <a:schemeClr val="lt1"/>
                </a:solidFill>
                <a:latin typeface="Arial"/>
                <a:ea typeface="MS Gothic"/>
              </a:rPr>
              <a:t>SISTEMAS SIMILARES</a:t>
            </a:r>
            <a:endParaRPr b="0" lang="es-ES" sz="2500" spc="-1" strike="noStrike">
              <a:solidFill>
                <a:srgbClr val="ffffff"/>
              </a:solidFill>
              <a:latin typeface="Arial"/>
            </a:endParaRPr>
          </a:p>
        </p:txBody>
      </p:sp>
      <p:sp>
        <p:nvSpPr>
          <p:cNvPr id="177" name="CuadroTexto 1"/>
          <p:cNvSpPr/>
          <p:nvPr/>
        </p:nvSpPr>
        <p:spPr>
          <a:xfrm>
            <a:off x="1766160" y="1396440"/>
            <a:ext cx="2566080" cy="4554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s-ES" sz="2400" spc="-1" strike="noStrike">
                <a:solidFill>
                  <a:schemeClr val="dk1"/>
                </a:solidFill>
                <a:latin typeface="Calibri"/>
                <a:ea typeface="DejaVu Sans"/>
              </a:rPr>
              <a:t>INTERNACIONALES</a:t>
            </a:r>
            <a:endParaRPr b="0" lang="es-ES" sz="2400" spc="-1" strike="noStrike">
              <a:solidFill>
                <a:srgbClr val="000000"/>
              </a:solidFill>
              <a:latin typeface="Arial"/>
            </a:endParaRPr>
          </a:p>
        </p:txBody>
      </p:sp>
      <p:sp>
        <p:nvSpPr>
          <p:cNvPr id="178" name="CuadroTexto 12"/>
          <p:cNvSpPr/>
          <p:nvPr/>
        </p:nvSpPr>
        <p:spPr>
          <a:xfrm>
            <a:off x="8114400" y="1404000"/>
            <a:ext cx="1813320" cy="4554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s-ES" sz="2400" spc="-1" strike="noStrike">
                <a:solidFill>
                  <a:schemeClr val="dk1"/>
                </a:solidFill>
                <a:latin typeface="Calibri"/>
                <a:ea typeface="DejaVu Sans"/>
              </a:rPr>
              <a:t>NACIONALES</a:t>
            </a:r>
            <a:endParaRPr b="0" lang="es-ES" sz="2400" spc="-1" strike="noStrike">
              <a:solidFill>
                <a:srgbClr val="000000"/>
              </a:solidFill>
              <a:latin typeface="Arial"/>
            </a:endParaRPr>
          </a:p>
        </p:txBody>
      </p:sp>
      <p:pic>
        <p:nvPicPr>
          <p:cNvPr id="179" name="" descr=""/>
          <p:cNvPicPr/>
          <p:nvPr/>
        </p:nvPicPr>
        <p:blipFill>
          <a:blip r:embed="rId1"/>
          <a:stretch/>
        </p:blipFill>
        <p:spPr>
          <a:xfrm>
            <a:off x="526680" y="2412000"/>
            <a:ext cx="1767960" cy="784080"/>
          </a:xfrm>
          <a:prstGeom prst="rect">
            <a:avLst/>
          </a:prstGeom>
          <a:ln w="0">
            <a:noFill/>
          </a:ln>
        </p:spPr>
      </p:pic>
      <p:sp>
        <p:nvSpPr>
          <p:cNvPr id="180" name=""/>
          <p:cNvSpPr/>
          <p:nvPr/>
        </p:nvSpPr>
        <p:spPr>
          <a:xfrm>
            <a:off x="2268000" y="2650320"/>
            <a:ext cx="4029120" cy="364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s-ES" sz="2000" spc="-1" strike="noStrike">
                <a:solidFill>
                  <a:srgbClr val="1c1c1c"/>
                </a:solidFill>
                <a:latin typeface="Arial"/>
                <a:ea typeface="Noto Sans CJK SC"/>
              </a:rPr>
              <a:t>Evolucio: gsBase alimentación</a:t>
            </a:r>
            <a:endParaRPr b="0" lang="es-ES" sz="2000" spc="-1" strike="noStrike">
              <a:solidFill>
                <a:srgbClr val="000000"/>
              </a:solidFill>
              <a:latin typeface="Arial"/>
            </a:endParaRPr>
          </a:p>
        </p:txBody>
      </p:sp>
      <p:sp>
        <p:nvSpPr>
          <p:cNvPr id="181" name=""/>
          <p:cNvSpPr/>
          <p:nvPr/>
        </p:nvSpPr>
        <p:spPr>
          <a:xfrm>
            <a:off x="1656000" y="3960000"/>
            <a:ext cx="5104080" cy="364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s-ES" sz="2000" spc="-1" strike="noStrike">
                <a:solidFill>
                  <a:srgbClr val="1c1c1c"/>
                </a:solidFill>
                <a:latin typeface="Arial"/>
                <a:ea typeface="Noto Sans CJK SC"/>
              </a:rPr>
              <a:t>Hanami8: SAP Business One Alimentación</a:t>
            </a:r>
            <a:endParaRPr b="0" lang="es-ES" sz="2000" spc="-1" strike="noStrike">
              <a:solidFill>
                <a:srgbClr val="000000"/>
              </a:solidFill>
              <a:latin typeface="Arial"/>
            </a:endParaRPr>
          </a:p>
        </p:txBody>
      </p:sp>
      <p:pic>
        <p:nvPicPr>
          <p:cNvPr id="182" name="" descr=""/>
          <p:cNvPicPr/>
          <p:nvPr/>
        </p:nvPicPr>
        <p:blipFill>
          <a:blip r:embed="rId2"/>
          <a:srcRect l="30688" t="13992" r="31507" b="15458"/>
          <a:stretch/>
        </p:blipFill>
        <p:spPr>
          <a:xfrm>
            <a:off x="468000" y="3672000"/>
            <a:ext cx="1070280" cy="890280"/>
          </a:xfrm>
          <a:prstGeom prst="rect">
            <a:avLst/>
          </a:prstGeom>
          <a:ln w="0">
            <a:noFill/>
          </a:ln>
        </p:spPr>
      </p:pic>
      <p:pic>
        <p:nvPicPr>
          <p:cNvPr id="183" name="" descr=""/>
          <p:cNvPicPr/>
          <p:nvPr/>
        </p:nvPicPr>
        <p:blipFill>
          <a:blip r:embed="rId3"/>
          <a:stretch/>
        </p:blipFill>
        <p:spPr>
          <a:xfrm>
            <a:off x="7308000" y="2101320"/>
            <a:ext cx="1355040" cy="1274760"/>
          </a:xfrm>
          <a:prstGeom prst="rect">
            <a:avLst/>
          </a:prstGeom>
          <a:ln w="0">
            <a:noFill/>
          </a:ln>
        </p:spPr>
      </p:pic>
      <p:sp>
        <p:nvSpPr>
          <p:cNvPr id="184" name=""/>
          <p:cNvSpPr/>
          <p:nvPr/>
        </p:nvSpPr>
        <p:spPr>
          <a:xfrm>
            <a:off x="9115200" y="2569680"/>
            <a:ext cx="2255760" cy="73728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0" lang="es-ES" sz="2000" spc="-1" strike="noStrike">
                <a:solidFill>
                  <a:srgbClr val="1c1c1c"/>
                </a:solidFill>
                <a:latin typeface="Arial"/>
                <a:ea typeface="Noto Sans CJK SC"/>
              </a:rPr>
              <a:t>Sistema Contable</a:t>
            </a:r>
            <a:endParaRPr b="0" lang="es-ES" sz="2000" spc="-1" strike="noStrike">
              <a:solidFill>
                <a:srgbClr val="000000"/>
              </a:solidFill>
              <a:latin typeface="Arial"/>
            </a:endParaRPr>
          </a:p>
          <a:p>
            <a:pPr algn="ctr">
              <a:lnSpc>
                <a:spcPct val="100000"/>
              </a:lnSpc>
            </a:pPr>
            <a:r>
              <a:rPr b="0" lang="es-ES" sz="2000" spc="-1" strike="noStrike">
                <a:solidFill>
                  <a:srgbClr val="1c1c1c"/>
                </a:solidFill>
                <a:latin typeface="Arial"/>
                <a:ea typeface="Noto Sans CJK SC"/>
              </a:rPr>
              <a:t>Versat Sarasola</a:t>
            </a:r>
            <a:endParaRPr b="0" lang="es-ES" sz="2000" spc="-1" strike="noStrike">
              <a:solidFill>
                <a:srgbClr val="000000"/>
              </a:solidFill>
              <a:latin typeface="Arial"/>
            </a:endParaRPr>
          </a:p>
        </p:txBody>
      </p:sp>
      <p:sp>
        <p:nvSpPr>
          <p:cNvPr id="185" name=""/>
          <p:cNvSpPr/>
          <p:nvPr/>
        </p:nvSpPr>
        <p:spPr>
          <a:xfrm>
            <a:off x="8925480" y="3878640"/>
            <a:ext cx="2733480" cy="83232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0" lang="es-ES" sz="2000" spc="-1" strike="noStrike">
                <a:solidFill>
                  <a:srgbClr val="1c1c1c"/>
                </a:solidFill>
                <a:latin typeface="Arial"/>
                <a:ea typeface="Noto Sans CJK SC"/>
              </a:rPr>
              <a:t>Sistema de Comedor </a:t>
            </a:r>
            <a:endParaRPr b="0" lang="es-ES" sz="2000" spc="-1" strike="noStrike">
              <a:solidFill>
                <a:srgbClr val="000000"/>
              </a:solidFill>
              <a:latin typeface="Arial"/>
            </a:endParaRPr>
          </a:p>
          <a:p>
            <a:pPr algn="ctr">
              <a:lnSpc>
                <a:spcPct val="100000"/>
              </a:lnSpc>
            </a:pPr>
            <a:r>
              <a:rPr b="1" lang="es-ES" sz="2000" spc="-1" strike="noStrike">
                <a:solidFill>
                  <a:srgbClr val="1c1c1c"/>
                </a:solidFill>
                <a:latin typeface="Arial"/>
                <a:ea typeface="Noto Sans CJK SC"/>
              </a:rPr>
              <a:t>CONTACC</a:t>
            </a:r>
            <a:endParaRPr b="0" lang="es-ES" sz="2000" spc="-1" strike="noStrike">
              <a:solidFill>
                <a:srgbClr val="000000"/>
              </a:solidFill>
              <a:latin typeface="Arial"/>
            </a:endParaRPr>
          </a:p>
        </p:txBody>
      </p:sp>
      <p:pic>
        <p:nvPicPr>
          <p:cNvPr id="186" name="" descr=""/>
          <p:cNvPicPr/>
          <p:nvPr/>
        </p:nvPicPr>
        <p:blipFill>
          <a:blip r:embed="rId4"/>
          <a:stretch/>
        </p:blipFill>
        <p:spPr>
          <a:xfrm>
            <a:off x="7455600" y="3687120"/>
            <a:ext cx="1107000" cy="807480"/>
          </a:xfrm>
          <a:prstGeom prst="rect">
            <a:avLst/>
          </a:prstGeom>
          <a:ln w="0">
            <a:noFill/>
          </a:ln>
        </p:spPr>
      </p:pic>
      <p:pic>
        <p:nvPicPr>
          <p:cNvPr id="187" name="" descr=""/>
          <p:cNvPicPr/>
          <p:nvPr/>
        </p:nvPicPr>
        <p:blipFill>
          <a:blip r:embed="rId5"/>
          <a:stretch/>
        </p:blipFill>
        <p:spPr>
          <a:xfrm>
            <a:off x="7265880" y="4837320"/>
            <a:ext cx="1548720" cy="1457280"/>
          </a:xfrm>
          <a:prstGeom prst="rect">
            <a:avLst/>
          </a:prstGeom>
          <a:ln w="0">
            <a:noFill/>
          </a:ln>
        </p:spPr>
      </p:pic>
      <p:sp>
        <p:nvSpPr>
          <p:cNvPr id="188" name=""/>
          <p:cNvSpPr/>
          <p:nvPr/>
        </p:nvSpPr>
        <p:spPr>
          <a:xfrm>
            <a:off x="8937720" y="5148000"/>
            <a:ext cx="2684880" cy="93096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0" lang="es-ES" sz="2000" spc="-1" strike="noStrike">
                <a:solidFill>
                  <a:srgbClr val="1c1c1c"/>
                </a:solidFill>
                <a:latin typeface="Arial"/>
                <a:ea typeface="Noto Sans CJK SC"/>
              </a:rPr>
              <a:t>Sistema de Comedor Empresa Azucarera Colombia</a:t>
            </a:r>
            <a:endParaRPr b="0" lang="es-ES" sz="2000" spc="-1" strike="noStrike">
              <a:solidFill>
                <a:srgbClr val="000000"/>
              </a:solidFill>
              <a:latin typeface="Arial"/>
            </a:endParaRPr>
          </a:p>
        </p:txBody>
      </p:sp>
      <p:graphicFrame>
        <p:nvGraphicFramePr>
          <p:cNvPr id="189" name=""/>
          <p:cNvGraphicFramePr/>
          <p:nvPr/>
        </p:nvGraphicFramePr>
        <p:xfrm>
          <a:off x="1691280" y="2660400"/>
          <a:ext cx="6116760" cy="1076760"/>
        </p:xfrm>
        <a:graphic>
          <a:graphicData uri="http://schemas.openxmlformats.org/presentationml/2006/ole">
            <p:oleObj r:id="rId6" spid="">
              <p:embed/>
              <p:pic>
                <p:nvPicPr>
                  <p:cNvPr id="190" name="" descr=""/>
                  <p:cNvPicPr/>
                  <p:nvPr/>
                </p:nvPicPr>
                <p:blipFill>
                  <a:blip r:embed="rId7"/>
                  <a:stretch/>
                </p:blipFill>
                <p:spPr>
                  <a:xfrm>
                    <a:off x="1691280" y="2660400"/>
                    <a:ext cx="6116760" cy="1076760"/>
                  </a:xfrm>
                  <a:prstGeom prst="rect">
                    <a:avLst/>
                  </a:prstGeom>
                  <a:ln w="0">
                    <a:noFill/>
                  </a:ln>
                </p:spPr>
              </p:pic>
            </p:oleObj>
          </a:graphicData>
        </a:graphic>
      </p:graphicFrame>
      <p:sp>
        <p:nvSpPr>
          <p:cNvPr id="191" name=""/>
          <p:cNvSpPr/>
          <p:nvPr/>
        </p:nvSpPr>
        <p:spPr>
          <a:xfrm>
            <a:off x="2281320" y="4382280"/>
            <a:ext cx="3547800" cy="3711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s-ES" sz="1200" spc="-1" strike="noStrike">
                <a:solidFill>
                  <a:srgbClr val="000000"/>
                </a:solidFill>
                <a:latin typeface="Times New Roman"/>
                <a:ea typeface="DejaVu Sans"/>
              </a:rPr>
              <a:t>Software de Planificación de Recursos Empresariales</a:t>
            </a:r>
            <a:endParaRPr b="0" lang="es-E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Rectángulo 3"/>
          <p:cNvSpPr/>
          <p:nvPr/>
        </p:nvSpPr>
        <p:spPr>
          <a:xfrm>
            <a:off x="0" y="0"/>
            <a:ext cx="12183840" cy="660960"/>
          </a:xfrm>
          <a:prstGeom prst="rect">
            <a:avLst/>
          </a:prstGeom>
          <a:solidFill>
            <a:srgbClr val="c00000"/>
          </a:solidFill>
          <a:ln w="0">
            <a:noFill/>
          </a:ln>
        </p:spPr>
        <p:style>
          <a:lnRef idx="0"/>
          <a:fillRef idx="0"/>
          <a:effectRef idx="0"/>
          <a:fontRef idx="minor"/>
        </p:style>
        <p:txBody>
          <a:bodyPr lIns="90000" rIns="90000" tIns="45000" bIns="45000" anchor="t">
            <a:spAutoFit/>
          </a:bodyPr>
          <a:p>
            <a:pPr algn="ctr" defTabSz="914400">
              <a:lnSpc>
                <a:spcPct val="150000"/>
              </a:lnSpc>
              <a:spcAft>
                <a:spcPts val="601"/>
              </a:spcAft>
            </a:pPr>
            <a:r>
              <a:rPr b="0" lang="es-ES" sz="2500" spc="-1" strike="noStrike">
                <a:solidFill>
                  <a:schemeClr val="lt1"/>
                </a:solidFill>
                <a:latin typeface="Arial"/>
                <a:ea typeface="MS Gothic"/>
              </a:rPr>
              <a:t>METODOLOGÍA Y LENGUAJE</a:t>
            </a:r>
            <a:endParaRPr b="0" lang="es-ES" sz="2500" spc="-1" strike="noStrike">
              <a:solidFill>
                <a:srgbClr val="ffffff"/>
              </a:solidFill>
              <a:latin typeface="Arial"/>
            </a:endParaRPr>
          </a:p>
        </p:txBody>
      </p:sp>
      <p:sp>
        <p:nvSpPr>
          <p:cNvPr id="193" name="Rectángulo: esquinas redondeadas 16"/>
          <p:cNvSpPr/>
          <p:nvPr/>
        </p:nvSpPr>
        <p:spPr>
          <a:xfrm>
            <a:off x="6962760" y="1273680"/>
            <a:ext cx="4018320" cy="4464720"/>
          </a:xfrm>
          <a:prstGeom prst="roundRect">
            <a:avLst>
              <a:gd name="adj" fmla="val 16667"/>
            </a:avLst>
          </a:prstGeom>
          <a:noFill/>
          <a:ln w="36000">
            <a:solidFill>
              <a:srgbClr val="c00000"/>
            </a:solidFill>
            <a:miter/>
          </a:ln>
        </p:spPr>
        <p:style>
          <a:lnRef idx="0"/>
          <a:fillRef idx="0"/>
          <a:effectRef idx="0"/>
          <a:fontRef idx="minor"/>
        </p:style>
        <p:txBody>
          <a:bodyPr lIns="79560" rIns="79560" tIns="34560" bIns="34560" anchor="t">
            <a:noAutofit/>
          </a:bodyPr>
          <a:p>
            <a:pPr algn="ctr" defTabSz="914400">
              <a:lnSpc>
                <a:spcPct val="100000"/>
              </a:lnSpc>
            </a:pPr>
            <a:r>
              <a:rPr b="1" lang="es-ES" sz="2000" spc="-1" strike="noStrike">
                <a:solidFill>
                  <a:schemeClr val="dk1"/>
                </a:solidFill>
                <a:latin typeface="Arial"/>
                <a:ea typeface="DejaVu Sans"/>
              </a:rPr>
              <a:t>LENGUAJE</a:t>
            </a:r>
            <a:endParaRPr b="0" lang="es-ES" sz="2000" spc="-1" strike="noStrike">
              <a:solidFill>
                <a:srgbClr val="000000"/>
              </a:solidFill>
              <a:latin typeface="Arial"/>
            </a:endParaRPr>
          </a:p>
        </p:txBody>
      </p:sp>
      <p:grpSp>
        <p:nvGrpSpPr>
          <p:cNvPr id="194" name="Grupo 17"/>
          <p:cNvGrpSpPr/>
          <p:nvPr/>
        </p:nvGrpSpPr>
        <p:grpSpPr>
          <a:xfrm>
            <a:off x="1281240" y="1273680"/>
            <a:ext cx="4018320" cy="4464720"/>
            <a:chOff x="1281240" y="1273680"/>
            <a:chExt cx="4018320" cy="4464720"/>
          </a:xfrm>
        </p:grpSpPr>
        <p:sp>
          <p:nvSpPr>
            <p:cNvPr id="195" name="Rectángulo: esquinas redondeadas 19"/>
            <p:cNvSpPr/>
            <p:nvPr/>
          </p:nvSpPr>
          <p:spPr>
            <a:xfrm>
              <a:off x="1281240" y="1273680"/>
              <a:ext cx="4018320" cy="4464720"/>
            </a:xfrm>
            <a:prstGeom prst="roundRect">
              <a:avLst>
                <a:gd name="adj" fmla="val 16667"/>
              </a:avLst>
            </a:prstGeom>
            <a:noFill/>
            <a:ln w="36000">
              <a:solidFill>
                <a:srgbClr val="c00000"/>
              </a:solidFill>
              <a:miter/>
            </a:ln>
          </p:spPr>
          <p:style>
            <a:lnRef idx="0"/>
            <a:fillRef idx="0"/>
            <a:effectRef idx="0"/>
            <a:fontRef idx="minor"/>
          </p:style>
          <p:txBody>
            <a:bodyPr lIns="79560" rIns="79560" tIns="34560" bIns="34560" anchor="t">
              <a:noAutofit/>
            </a:bodyPr>
            <a:p>
              <a:pPr algn="ctr" defTabSz="914400">
                <a:lnSpc>
                  <a:spcPct val="100000"/>
                </a:lnSpc>
              </a:pPr>
              <a:r>
                <a:rPr b="1" lang="es-ES" sz="2000" spc="-1" strike="noStrike">
                  <a:solidFill>
                    <a:schemeClr val="dk1"/>
                  </a:solidFill>
                  <a:latin typeface="Arial"/>
                  <a:ea typeface="DejaVu Sans"/>
                </a:rPr>
                <a:t>METODOLOGÍA</a:t>
              </a:r>
              <a:endParaRPr b="0" lang="es-ES" sz="2000" spc="-1" strike="noStrike">
                <a:solidFill>
                  <a:srgbClr val="000000"/>
                </a:solidFill>
                <a:latin typeface="Arial"/>
              </a:endParaRPr>
            </a:p>
          </p:txBody>
        </p:sp>
        <p:pic>
          <p:nvPicPr>
            <p:cNvPr id="196" name="" descr=""/>
            <p:cNvPicPr/>
            <p:nvPr/>
          </p:nvPicPr>
          <p:blipFill>
            <a:blip r:embed="rId1"/>
            <a:stretch/>
          </p:blipFill>
          <p:spPr>
            <a:xfrm>
              <a:off x="1872000" y="2340360"/>
              <a:ext cx="2690640" cy="2531880"/>
            </a:xfrm>
            <a:prstGeom prst="rect">
              <a:avLst/>
            </a:prstGeom>
            <a:ln w="36000">
              <a:noFill/>
            </a:ln>
          </p:spPr>
        </p:pic>
      </p:grpSp>
      <p:pic>
        <p:nvPicPr>
          <p:cNvPr id="197" name="" descr=""/>
          <p:cNvPicPr/>
          <p:nvPr/>
        </p:nvPicPr>
        <p:blipFill>
          <a:blip r:embed="rId2"/>
          <a:stretch/>
        </p:blipFill>
        <p:spPr>
          <a:xfrm>
            <a:off x="7452000" y="2129040"/>
            <a:ext cx="2762640" cy="729720"/>
          </a:xfrm>
          <a:prstGeom prst="rect">
            <a:avLst/>
          </a:prstGeom>
          <a:ln w="0">
            <a:noFill/>
          </a:ln>
        </p:spPr>
      </p:pic>
      <p:sp>
        <p:nvSpPr>
          <p:cNvPr id="198" name=""/>
          <p:cNvSpPr/>
          <p:nvPr/>
        </p:nvSpPr>
        <p:spPr>
          <a:xfrm>
            <a:off x="8712000" y="3024000"/>
            <a:ext cx="1430640" cy="3506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0" lang="es-ES" sz="1800" spc="-1" strike="noStrike">
                <a:solidFill>
                  <a:srgbClr val="000000"/>
                </a:solidFill>
                <a:latin typeface="Arial"/>
                <a:ea typeface="DejaVu Sans"/>
              </a:rPr>
              <a:t>v.3.2.6</a:t>
            </a:r>
            <a:endParaRPr b="0" lang="es-ES" sz="1800" spc="-1" strike="noStrike">
              <a:solidFill>
                <a:srgbClr val="000000"/>
              </a:solidFill>
              <a:latin typeface="Arial"/>
            </a:endParaRPr>
          </a:p>
        </p:txBody>
      </p:sp>
      <p:pic>
        <p:nvPicPr>
          <p:cNvPr id="199" name="" descr=""/>
          <p:cNvPicPr/>
          <p:nvPr/>
        </p:nvPicPr>
        <p:blipFill>
          <a:blip r:embed="rId3"/>
          <a:stretch/>
        </p:blipFill>
        <p:spPr>
          <a:xfrm>
            <a:off x="7462800" y="3492000"/>
            <a:ext cx="2823840" cy="1562400"/>
          </a:xfrm>
          <a:prstGeom prst="rect">
            <a:avLst/>
          </a:prstGeom>
          <a:ln w="0">
            <a:noFill/>
          </a:ln>
        </p:spPr>
      </p:pic>
      <p:sp>
        <p:nvSpPr>
          <p:cNvPr id="200" name=""/>
          <p:cNvSpPr/>
          <p:nvPr/>
        </p:nvSpPr>
        <p:spPr>
          <a:xfrm>
            <a:off x="8892000" y="4968000"/>
            <a:ext cx="1430640" cy="350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s-ES" sz="1800" spc="-1" strike="noStrike">
                <a:solidFill>
                  <a:srgbClr val="000000"/>
                </a:solidFill>
                <a:latin typeface="Arial"/>
                <a:ea typeface="DejaVu Sans"/>
              </a:rPr>
              <a:t>v.21</a:t>
            </a:r>
            <a:endParaRPr b="0" lang="es-E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1" name="Rectángulo 3"/>
          <p:cNvSpPr/>
          <p:nvPr/>
        </p:nvSpPr>
        <p:spPr>
          <a:xfrm>
            <a:off x="0" y="0"/>
            <a:ext cx="12183840" cy="660960"/>
          </a:xfrm>
          <a:prstGeom prst="rect">
            <a:avLst/>
          </a:prstGeom>
          <a:solidFill>
            <a:srgbClr val="c00000"/>
          </a:solidFill>
          <a:ln w="0">
            <a:noFill/>
          </a:ln>
        </p:spPr>
        <p:style>
          <a:lnRef idx="0"/>
          <a:fillRef idx="0"/>
          <a:effectRef idx="0"/>
          <a:fontRef idx="minor"/>
        </p:style>
        <p:txBody>
          <a:bodyPr lIns="90000" rIns="90000" tIns="45000" bIns="45000" anchor="t">
            <a:spAutoFit/>
          </a:bodyPr>
          <a:p>
            <a:pPr algn="ctr" defTabSz="914400">
              <a:lnSpc>
                <a:spcPct val="150000"/>
              </a:lnSpc>
              <a:spcAft>
                <a:spcPts val="601"/>
              </a:spcAft>
            </a:pPr>
            <a:r>
              <a:rPr b="0" lang="es-ES" sz="2500" spc="-1" strike="noStrike">
                <a:solidFill>
                  <a:schemeClr val="lt1"/>
                </a:solidFill>
                <a:latin typeface="Arial"/>
                <a:ea typeface="MS Gothic"/>
              </a:rPr>
              <a:t>FRAMEWORKS, TECNOLOGÍAS Y HERRAMIENTAS</a:t>
            </a:r>
            <a:endParaRPr b="0" lang="es-ES" sz="2500" spc="-1" strike="noStrike">
              <a:solidFill>
                <a:srgbClr val="ffffff"/>
              </a:solidFill>
              <a:latin typeface="Arial"/>
            </a:endParaRPr>
          </a:p>
        </p:txBody>
      </p:sp>
      <p:sp>
        <p:nvSpPr>
          <p:cNvPr id="202" name="Rectángulo: esquinas redondeadas 11"/>
          <p:cNvSpPr/>
          <p:nvPr/>
        </p:nvSpPr>
        <p:spPr>
          <a:xfrm>
            <a:off x="4523760" y="1008360"/>
            <a:ext cx="3107880" cy="2951280"/>
          </a:xfrm>
          <a:prstGeom prst="roundRect">
            <a:avLst>
              <a:gd name="adj" fmla="val 16667"/>
            </a:avLst>
          </a:prstGeom>
          <a:noFill/>
          <a:ln w="36000">
            <a:solidFill>
              <a:srgbClr val="c00000"/>
            </a:solidFill>
            <a:miter/>
          </a:ln>
        </p:spPr>
        <p:style>
          <a:lnRef idx="0"/>
          <a:fillRef idx="0"/>
          <a:effectRef idx="0"/>
          <a:fontRef idx="minor"/>
        </p:style>
        <p:txBody>
          <a:bodyPr lIns="79560" rIns="79560" tIns="34560" bIns="34560" anchor="t">
            <a:noAutofit/>
          </a:bodyPr>
          <a:p>
            <a:pPr algn="ctr" defTabSz="914400">
              <a:lnSpc>
                <a:spcPct val="100000"/>
              </a:lnSpc>
            </a:pPr>
            <a:r>
              <a:rPr b="1" lang="es-ES" sz="1800" spc="-1" strike="noStrike">
                <a:solidFill>
                  <a:schemeClr val="dk1"/>
                </a:solidFill>
                <a:latin typeface="Arial"/>
                <a:ea typeface="DejaVu Sans"/>
              </a:rPr>
              <a:t>TECNOLOGÍAS</a:t>
            </a:r>
            <a:endParaRPr b="0" lang="es-ES" sz="1800" spc="-1" strike="noStrike">
              <a:solidFill>
                <a:srgbClr val="000000"/>
              </a:solidFill>
              <a:latin typeface="Arial"/>
            </a:endParaRPr>
          </a:p>
        </p:txBody>
      </p:sp>
      <p:sp>
        <p:nvSpPr>
          <p:cNvPr id="203" name="Rectángulo: esquinas redondeadas 13"/>
          <p:cNvSpPr/>
          <p:nvPr/>
        </p:nvSpPr>
        <p:spPr>
          <a:xfrm>
            <a:off x="651240" y="1008360"/>
            <a:ext cx="3128400" cy="5108040"/>
          </a:xfrm>
          <a:prstGeom prst="roundRect">
            <a:avLst>
              <a:gd name="adj" fmla="val 16667"/>
            </a:avLst>
          </a:prstGeom>
          <a:noFill/>
          <a:ln w="36000">
            <a:solidFill>
              <a:srgbClr val="c00000"/>
            </a:solidFill>
            <a:miter/>
          </a:ln>
        </p:spPr>
        <p:style>
          <a:lnRef idx="0"/>
          <a:fillRef idx="0"/>
          <a:effectRef idx="0"/>
          <a:fontRef idx="minor"/>
        </p:style>
        <p:txBody>
          <a:bodyPr lIns="79560" rIns="79560" tIns="34560" bIns="34560" anchor="t">
            <a:noAutofit/>
          </a:bodyPr>
          <a:p>
            <a:pPr algn="ctr" defTabSz="914400">
              <a:lnSpc>
                <a:spcPct val="100000"/>
              </a:lnSpc>
            </a:pPr>
            <a:r>
              <a:rPr b="1" lang="es-ES" sz="1800" spc="-1" strike="noStrike">
                <a:solidFill>
                  <a:schemeClr val="dk1"/>
                </a:solidFill>
                <a:latin typeface="Arial"/>
                <a:ea typeface="DejaVu Sans"/>
              </a:rPr>
              <a:t>FRAMEWORKS</a:t>
            </a:r>
            <a:endParaRPr b="0" lang="es-ES" sz="1800" spc="-1" strike="noStrike">
              <a:solidFill>
                <a:srgbClr val="000000"/>
              </a:solidFill>
              <a:latin typeface="Arial"/>
            </a:endParaRPr>
          </a:p>
        </p:txBody>
      </p:sp>
      <p:sp>
        <p:nvSpPr>
          <p:cNvPr id="204" name="Rectángulo: esquinas redondeadas 23"/>
          <p:cNvSpPr/>
          <p:nvPr/>
        </p:nvSpPr>
        <p:spPr>
          <a:xfrm>
            <a:off x="8427240" y="1008360"/>
            <a:ext cx="3128400" cy="5137560"/>
          </a:xfrm>
          <a:prstGeom prst="roundRect">
            <a:avLst>
              <a:gd name="adj" fmla="val 16667"/>
            </a:avLst>
          </a:prstGeom>
          <a:noFill/>
          <a:ln w="36000">
            <a:solidFill>
              <a:srgbClr val="c00000"/>
            </a:solidFill>
            <a:miter/>
          </a:ln>
        </p:spPr>
        <p:style>
          <a:lnRef idx="0"/>
          <a:fillRef idx="0"/>
          <a:effectRef idx="0"/>
          <a:fontRef idx="minor"/>
        </p:style>
        <p:txBody>
          <a:bodyPr lIns="79560" rIns="79560" tIns="34560" bIns="34560" anchor="t">
            <a:noAutofit/>
          </a:bodyPr>
          <a:p>
            <a:pPr algn="ctr" defTabSz="914400">
              <a:lnSpc>
                <a:spcPct val="100000"/>
              </a:lnSpc>
            </a:pPr>
            <a:r>
              <a:rPr b="1" lang="es-ES" sz="1800" spc="-1" strike="noStrike">
                <a:solidFill>
                  <a:schemeClr val="dk1"/>
                </a:solidFill>
                <a:latin typeface="Arial"/>
                <a:ea typeface="DejaVu Sans"/>
              </a:rPr>
              <a:t>HERRAMIENTAS</a:t>
            </a:r>
            <a:endParaRPr b="0" lang="es-ES" sz="1800" spc="-1" strike="noStrike">
              <a:solidFill>
                <a:srgbClr val="000000"/>
              </a:solidFill>
              <a:latin typeface="Arial"/>
            </a:endParaRPr>
          </a:p>
        </p:txBody>
      </p:sp>
      <p:pic>
        <p:nvPicPr>
          <p:cNvPr id="205" name="" descr=""/>
          <p:cNvPicPr/>
          <p:nvPr/>
        </p:nvPicPr>
        <p:blipFill>
          <a:blip r:embed="rId1"/>
          <a:stretch/>
        </p:blipFill>
        <p:spPr>
          <a:xfrm>
            <a:off x="900360" y="2043000"/>
            <a:ext cx="2439000" cy="688320"/>
          </a:xfrm>
          <a:prstGeom prst="rect">
            <a:avLst/>
          </a:prstGeom>
          <a:ln w="0">
            <a:noFill/>
          </a:ln>
        </p:spPr>
      </p:pic>
      <p:sp>
        <p:nvSpPr>
          <p:cNvPr id="206" name=""/>
          <p:cNvSpPr/>
          <p:nvPr/>
        </p:nvSpPr>
        <p:spPr>
          <a:xfrm>
            <a:off x="1656000" y="2808000"/>
            <a:ext cx="1143000" cy="350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s-ES" sz="1800" spc="-1" strike="noStrike">
                <a:solidFill>
                  <a:srgbClr val="000000"/>
                </a:solidFill>
                <a:latin typeface="Arial"/>
                <a:ea typeface="DejaVu Sans"/>
              </a:rPr>
              <a:t>v.3.24.1</a:t>
            </a:r>
            <a:endParaRPr b="0" lang="es-ES" sz="1800" spc="-1" strike="noStrike">
              <a:solidFill>
                <a:srgbClr val="000000"/>
              </a:solidFill>
              <a:latin typeface="Arial"/>
            </a:endParaRPr>
          </a:p>
        </p:txBody>
      </p:sp>
      <p:pic>
        <p:nvPicPr>
          <p:cNvPr id="207" name="" descr=""/>
          <p:cNvPicPr/>
          <p:nvPr/>
        </p:nvPicPr>
        <p:blipFill>
          <a:blip r:embed="rId2"/>
          <a:stretch/>
        </p:blipFill>
        <p:spPr>
          <a:xfrm>
            <a:off x="1008360" y="4032000"/>
            <a:ext cx="2331000" cy="1273680"/>
          </a:xfrm>
          <a:prstGeom prst="rect">
            <a:avLst/>
          </a:prstGeom>
          <a:ln w="0">
            <a:noFill/>
          </a:ln>
        </p:spPr>
      </p:pic>
      <p:sp>
        <p:nvSpPr>
          <p:cNvPr id="208" name=""/>
          <p:cNvSpPr/>
          <p:nvPr/>
        </p:nvSpPr>
        <p:spPr>
          <a:xfrm>
            <a:off x="1836000" y="5220000"/>
            <a:ext cx="711000" cy="350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s-ES" sz="1800" spc="-1" strike="noStrike">
                <a:solidFill>
                  <a:srgbClr val="000000"/>
                </a:solidFill>
                <a:latin typeface="Arial"/>
                <a:ea typeface="DejaVu Sans"/>
              </a:rPr>
              <a:t>v.3.3</a:t>
            </a:r>
            <a:endParaRPr b="0" lang="es-ES" sz="1800" spc="-1" strike="noStrike">
              <a:solidFill>
                <a:srgbClr val="000000"/>
              </a:solidFill>
              <a:latin typeface="Arial"/>
            </a:endParaRPr>
          </a:p>
        </p:txBody>
      </p:sp>
      <p:pic>
        <p:nvPicPr>
          <p:cNvPr id="209" name="" descr=""/>
          <p:cNvPicPr/>
          <p:nvPr/>
        </p:nvPicPr>
        <p:blipFill>
          <a:blip r:embed="rId3"/>
          <a:stretch/>
        </p:blipFill>
        <p:spPr>
          <a:xfrm>
            <a:off x="5280120" y="1489320"/>
            <a:ext cx="1605600" cy="1786320"/>
          </a:xfrm>
          <a:prstGeom prst="rect">
            <a:avLst/>
          </a:prstGeom>
          <a:ln w="0">
            <a:noFill/>
          </a:ln>
        </p:spPr>
      </p:pic>
      <p:sp>
        <p:nvSpPr>
          <p:cNvPr id="210" name=""/>
          <p:cNvSpPr/>
          <p:nvPr/>
        </p:nvSpPr>
        <p:spPr>
          <a:xfrm>
            <a:off x="5724000" y="3168000"/>
            <a:ext cx="819000" cy="350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s-ES" sz="1800" spc="-1" strike="noStrike">
                <a:solidFill>
                  <a:srgbClr val="000000"/>
                </a:solidFill>
                <a:latin typeface="Arial"/>
                <a:ea typeface="DejaVu Sans"/>
              </a:rPr>
              <a:t>v.16.2</a:t>
            </a:r>
            <a:endParaRPr b="0" lang="es-ES" sz="1800" spc="-1" strike="noStrike">
              <a:solidFill>
                <a:srgbClr val="000000"/>
              </a:solidFill>
              <a:latin typeface="Arial"/>
            </a:endParaRPr>
          </a:p>
        </p:txBody>
      </p:sp>
      <p:pic>
        <p:nvPicPr>
          <p:cNvPr id="211" name="" descr=""/>
          <p:cNvPicPr/>
          <p:nvPr/>
        </p:nvPicPr>
        <p:blipFill>
          <a:blip r:embed="rId4"/>
          <a:stretch/>
        </p:blipFill>
        <p:spPr>
          <a:xfrm>
            <a:off x="8820000" y="1709280"/>
            <a:ext cx="2519640" cy="1255320"/>
          </a:xfrm>
          <a:prstGeom prst="rect">
            <a:avLst/>
          </a:prstGeom>
          <a:ln w="0">
            <a:noFill/>
          </a:ln>
        </p:spPr>
      </p:pic>
      <p:pic>
        <p:nvPicPr>
          <p:cNvPr id="212" name="" descr=""/>
          <p:cNvPicPr/>
          <p:nvPr/>
        </p:nvPicPr>
        <p:blipFill>
          <a:blip r:embed="rId5"/>
          <a:srcRect l="0" t="28218" r="11757" b="28071"/>
          <a:stretch/>
        </p:blipFill>
        <p:spPr>
          <a:xfrm>
            <a:off x="8712000" y="3132000"/>
            <a:ext cx="2555280" cy="1259640"/>
          </a:xfrm>
          <a:prstGeom prst="rect">
            <a:avLst/>
          </a:prstGeom>
          <a:ln w="0">
            <a:noFill/>
          </a:ln>
        </p:spPr>
      </p:pic>
      <p:pic>
        <p:nvPicPr>
          <p:cNvPr id="213" name="" descr=""/>
          <p:cNvPicPr/>
          <p:nvPr/>
        </p:nvPicPr>
        <p:blipFill>
          <a:blip r:embed="rId6"/>
          <a:srcRect l="0" t="26550" r="0" b="29158"/>
          <a:stretch/>
        </p:blipFill>
        <p:spPr>
          <a:xfrm>
            <a:off x="8827200" y="4680000"/>
            <a:ext cx="2331720" cy="971280"/>
          </a:xfrm>
          <a:prstGeom prst="rect">
            <a:avLst/>
          </a:prstGeom>
          <a:ln w="0">
            <a:noFill/>
          </a:ln>
        </p:spPr>
      </p:pic>
      <p:sp>
        <p:nvSpPr>
          <p:cNvPr id="214" name=""/>
          <p:cNvSpPr/>
          <p:nvPr/>
        </p:nvSpPr>
        <p:spPr>
          <a:xfrm>
            <a:off x="9324000" y="2745360"/>
            <a:ext cx="1260000" cy="350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s-ES" sz="1800" spc="-1" strike="noStrike">
                <a:solidFill>
                  <a:srgbClr val="000000"/>
                </a:solidFill>
                <a:latin typeface="Arial"/>
                <a:ea typeface="DejaVu Sans"/>
              </a:rPr>
              <a:t>v.2024.1.2</a:t>
            </a:r>
            <a:endParaRPr b="0" lang="es-ES" sz="1800" spc="-1" strike="noStrike">
              <a:solidFill>
                <a:srgbClr val="000000"/>
              </a:solidFill>
              <a:latin typeface="Arial"/>
            </a:endParaRPr>
          </a:p>
        </p:txBody>
      </p:sp>
      <p:sp>
        <p:nvSpPr>
          <p:cNvPr id="215" name=""/>
          <p:cNvSpPr/>
          <p:nvPr/>
        </p:nvSpPr>
        <p:spPr>
          <a:xfrm>
            <a:off x="9504000" y="4149360"/>
            <a:ext cx="1260000" cy="350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s-ES" sz="1800" spc="-1" strike="noStrike">
                <a:solidFill>
                  <a:srgbClr val="000000"/>
                </a:solidFill>
                <a:latin typeface="Arial"/>
                <a:ea typeface="DejaVu Sans"/>
              </a:rPr>
              <a:t>v.2025.1</a:t>
            </a:r>
            <a:endParaRPr b="0" lang="es-ES" sz="1800" spc="-1" strike="noStrike">
              <a:solidFill>
                <a:srgbClr val="000000"/>
              </a:solidFill>
              <a:latin typeface="Arial"/>
            </a:endParaRPr>
          </a:p>
        </p:txBody>
      </p:sp>
      <p:sp>
        <p:nvSpPr>
          <p:cNvPr id="216" name=""/>
          <p:cNvSpPr txBox="1"/>
          <p:nvPr/>
        </p:nvSpPr>
        <p:spPr>
          <a:xfrm>
            <a:off x="9512640" y="5527440"/>
            <a:ext cx="1071360" cy="374040"/>
          </a:xfrm>
          <a:prstGeom prst="rect">
            <a:avLst/>
          </a:prstGeom>
          <a:noFill/>
          <a:ln w="0">
            <a:noFill/>
          </a:ln>
        </p:spPr>
        <p:txBody>
          <a:bodyPr lIns="90000" rIns="90000" tIns="45000" bIns="45000" anchor="t">
            <a:noAutofit/>
          </a:bodyPr>
          <a:p>
            <a:r>
              <a:rPr b="0" lang="es-ES" sz="1800" spc="-1" strike="noStrike">
                <a:solidFill>
                  <a:srgbClr val="000000"/>
                </a:solidFill>
                <a:latin typeface="Arial"/>
              </a:rPr>
              <a:t>v.2.7.12</a:t>
            </a:r>
            <a:endParaRPr b="0" lang="es-E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Rectángulo 3"/>
          <p:cNvSpPr/>
          <p:nvPr/>
        </p:nvSpPr>
        <p:spPr>
          <a:xfrm>
            <a:off x="0" y="0"/>
            <a:ext cx="12183840" cy="660960"/>
          </a:xfrm>
          <a:prstGeom prst="rect">
            <a:avLst/>
          </a:prstGeom>
          <a:solidFill>
            <a:srgbClr val="c00000"/>
          </a:solidFill>
          <a:ln w="0">
            <a:noFill/>
          </a:ln>
        </p:spPr>
        <p:style>
          <a:lnRef idx="0"/>
          <a:fillRef idx="0"/>
          <a:effectRef idx="0"/>
          <a:fontRef idx="minor"/>
        </p:style>
        <p:txBody>
          <a:bodyPr lIns="90000" rIns="90000" tIns="45000" bIns="45000" anchor="t">
            <a:spAutoFit/>
          </a:bodyPr>
          <a:p>
            <a:pPr algn="ctr" defTabSz="914400">
              <a:lnSpc>
                <a:spcPct val="150000"/>
              </a:lnSpc>
              <a:spcAft>
                <a:spcPts val="601"/>
              </a:spcAft>
            </a:pPr>
            <a:r>
              <a:rPr b="0" lang="es-ES" sz="2500" spc="-1" strike="noStrike">
                <a:solidFill>
                  <a:schemeClr val="lt1"/>
                </a:solidFill>
                <a:latin typeface="Arial"/>
                <a:ea typeface="MS Gothic"/>
              </a:rPr>
              <a:t>REQUERIMIENTOS DE HARDWARE</a:t>
            </a:r>
            <a:endParaRPr b="0" lang="es-ES" sz="2500" spc="-1" strike="noStrike">
              <a:solidFill>
                <a:srgbClr val="ffffff"/>
              </a:solidFill>
              <a:latin typeface="Arial"/>
            </a:endParaRPr>
          </a:p>
        </p:txBody>
      </p:sp>
      <p:sp>
        <p:nvSpPr>
          <p:cNvPr id="218" name="CuadroTexto 2"/>
          <p:cNvSpPr/>
          <p:nvPr/>
        </p:nvSpPr>
        <p:spPr>
          <a:xfrm>
            <a:off x="2648880" y="2449080"/>
            <a:ext cx="1766160" cy="4554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s-ES" sz="2400" spc="-1" strike="noStrike">
                <a:solidFill>
                  <a:schemeClr val="dk1"/>
                </a:solidFill>
                <a:latin typeface="Arial"/>
                <a:ea typeface="DejaVu Sans"/>
              </a:rPr>
              <a:t>SERVIDOR</a:t>
            </a:r>
            <a:endParaRPr b="0" lang="es-ES" sz="2400" spc="-1" strike="noStrike">
              <a:solidFill>
                <a:srgbClr val="000000"/>
              </a:solidFill>
              <a:latin typeface="Arial"/>
            </a:endParaRPr>
          </a:p>
        </p:txBody>
      </p:sp>
      <p:pic>
        <p:nvPicPr>
          <p:cNvPr id="219" name="Imagen 6" descr=""/>
          <p:cNvPicPr/>
          <p:nvPr/>
        </p:nvPicPr>
        <p:blipFill>
          <a:blip r:embed="rId1"/>
          <a:stretch/>
        </p:blipFill>
        <p:spPr>
          <a:xfrm>
            <a:off x="2639520" y="892800"/>
            <a:ext cx="1778760" cy="1778760"/>
          </a:xfrm>
          <a:prstGeom prst="rect">
            <a:avLst/>
          </a:prstGeom>
          <a:ln w="0">
            <a:noFill/>
          </a:ln>
        </p:spPr>
      </p:pic>
      <p:pic>
        <p:nvPicPr>
          <p:cNvPr id="220" name="Imagen 8" descr=""/>
          <p:cNvPicPr/>
          <p:nvPr/>
        </p:nvPicPr>
        <p:blipFill>
          <a:blip r:embed="rId2"/>
          <a:stretch/>
        </p:blipFill>
        <p:spPr>
          <a:xfrm>
            <a:off x="7765560" y="670320"/>
            <a:ext cx="1409040" cy="2223720"/>
          </a:xfrm>
          <a:prstGeom prst="rect">
            <a:avLst/>
          </a:prstGeom>
          <a:ln w="0">
            <a:noFill/>
          </a:ln>
        </p:spPr>
      </p:pic>
      <p:sp>
        <p:nvSpPr>
          <p:cNvPr id="221" name="CuadroTexto 4"/>
          <p:cNvSpPr/>
          <p:nvPr/>
        </p:nvSpPr>
        <p:spPr>
          <a:xfrm>
            <a:off x="7731720" y="2440800"/>
            <a:ext cx="1482840" cy="4554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s-ES" sz="2400" spc="-1" strike="noStrike">
                <a:solidFill>
                  <a:schemeClr val="dk1"/>
                </a:solidFill>
                <a:latin typeface="Arial"/>
                <a:ea typeface="DejaVu Sans"/>
              </a:rPr>
              <a:t>CLIENTE</a:t>
            </a:r>
            <a:endParaRPr b="0" lang="es-ES" sz="2400" spc="-1" strike="noStrike">
              <a:solidFill>
                <a:srgbClr val="000000"/>
              </a:solidFill>
              <a:latin typeface="Arial"/>
            </a:endParaRPr>
          </a:p>
        </p:txBody>
      </p:sp>
      <p:sp>
        <p:nvSpPr>
          <p:cNvPr id="222" name="CuadroTexto 9"/>
          <p:cNvSpPr/>
          <p:nvPr/>
        </p:nvSpPr>
        <p:spPr>
          <a:xfrm>
            <a:off x="700560" y="3312000"/>
            <a:ext cx="5638680" cy="1842840"/>
          </a:xfrm>
          <a:prstGeom prst="rect">
            <a:avLst/>
          </a:prstGeom>
          <a:noFill/>
          <a:ln w="0">
            <a:noFill/>
          </a:ln>
        </p:spPr>
        <p:style>
          <a:lnRef idx="0"/>
          <a:fillRef idx="0"/>
          <a:effectRef idx="0"/>
          <a:fontRef idx="minor"/>
        </p:style>
        <p:txBody>
          <a:bodyPr wrap="none" lIns="90000" rIns="90000" tIns="45000" bIns="45000" anchor="t">
            <a:spAutoFit/>
          </a:bodyPr>
          <a:p>
            <a:pPr>
              <a:lnSpc>
                <a:spcPct val="115000"/>
              </a:lnSpc>
            </a:pPr>
            <a:r>
              <a:rPr b="0" lang="es-ES" sz="2000" spc="-1" strike="noStrike">
                <a:solidFill>
                  <a:schemeClr val="dk1"/>
                </a:solidFill>
                <a:latin typeface="Arial"/>
                <a:ea typeface="DejaVu Sans"/>
              </a:rPr>
              <a:t>- Procesador a 2.5 GHz o superior</a:t>
            </a:r>
            <a:endParaRPr b="0" lang="es-ES" sz="2000" spc="-1" strike="noStrike">
              <a:solidFill>
                <a:srgbClr val="000000"/>
              </a:solidFill>
              <a:latin typeface="Arial"/>
            </a:endParaRPr>
          </a:p>
          <a:p>
            <a:pPr>
              <a:lnSpc>
                <a:spcPct val="115000"/>
              </a:lnSpc>
            </a:pPr>
            <a:r>
              <a:rPr b="0" lang="es-ES" sz="2000" spc="-1" strike="noStrike">
                <a:solidFill>
                  <a:schemeClr val="dk1"/>
                </a:solidFill>
                <a:latin typeface="Arial"/>
                <a:ea typeface="DejaVu Sans"/>
              </a:rPr>
              <a:t>- RAM 16GB</a:t>
            </a:r>
            <a:endParaRPr b="0" lang="es-ES" sz="2000" spc="-1" strike="noStrike">
              <a:solidFill>
                <a:srgbClr val="000000"/>
              </a:solidFill>
              <a:latin typeface="Arial"/>
            </a:endParaRPr>
          </a:p>
          <a:p>
            <a:pPr>
              <a:lnSpc>
                <a:spcPct val="115000"/>
              </a:lnSpc>
            </a:pPr>
            <a:r>
              <a:rPr b="0" lang="es-ES" sz="2000" spc="-1" strike="noStrike">
                <a:solidFill>
                  <a:schemeClr val="dk1"/>
                </a:solidFill>
                <a:latin typeface="Arial"/>
                <a:ea typeface="DejaVu Sans"/>
              </a:rPr>
              <a:t>- Espacio en disco 40GB mínimo (considerando </a:t>
            </a:r>
            <a:endParaRPr b="0" lang="es-ES" sz="2000" spc="-1" strike="noStrike">
              <a:solidFill>
                <a:srgbClr val="000000"/>
              </a:solidFill>
              <a:latin typeface="Arial"/>
            </a:endParaRPr>
          </a:p>
          <a:p>
            <a:pPr>
              <a:lnSpc>
                <a:spcPct val="115000"/>
              </a:lnSpc>
            </a:pPr>
            <a:r>
              <a:rPr b="0" lang="es-ES" sz="2000" spc="-1" strike="noStrike">
                <a:solidFill>
                  <a:schemeClr val="dk1"/>
                </a:solidFill>
                <a:latin typeface="Arial"/>
                <a:ea typeface="DejaVu Sans"/>
              </a:rPr>
              <a:t>almacenamiento de logs, backups y datos)</a:t>
            </a:r>
            <a:endParaRPr b="0" lang="es-ES" sz="2000" spc="-1" strike="noStrike">
              <a:solidFill>
                <a:srgbClr val="000000"/>
              </a:solidFill>
              <a:latin typeface="Arial"/>
            </a:endParaRPr>
          </a:p>
          <a:p>
            <a:pPr>
              <a:lnSpc>
                <a:spcPct val="115000"/>
              </a:lnSpc>
            </a:pPr>
            <a:r>
              <a:rPr b="0" lang="es-ES" sz="2000" spc="-1" strike="noStrike">
                <a:solidFill>
                  <a:schemeClr val="dk1"/>
                </a:solidFill>
                <a:latin typeface="Arial"/>
                <a:ea typeface="DejaVu Sans"/>
              </a:rPr>
              <a:t>- Conexión de red de alta velocidad</a:t>
            </a:r>
            <a:endParaRPr b="0" lang="es-ES" sz="2000" spc="-1" strike="noStrike">
              <a:solidFill>
                <a:srgbClr val="000000"/>
              </a:solidFill>
              <a:latin typeface="Arial"/>
            </a:endParaRPr>
          </a:p>
        </p:txBody>
      </p:sp>
      <p:sp>
        <p:nvSpPr>
          <p:cNvPr id="223" name="CuadroTexto 16"/>
          <p:cNvSpPr/>
          <p:nvPr/>
        </p:nvSpPr>
        <p:spPr>
          <a:xfrm>
            <a:off x="6762960" y="3255840"/>
            <a:ext cx="5044320" cy="1141560"/>
          </a:xfrm>
          <a:prstGeom prst="rect">
            <a:avLst/>
          </a:prstGeom>
          <a:noFill/>
          <a:ln w="0">
            <a:noFill/>
          </a:ln>
        </p:spPr>
        <p:style>
          <a:lnRef idx="0"/>
          <a:fillRef idx="0"/>
          <a:effectRef idx="0"/>
          <a:fontRef idx="minor"/>
        </p:style>
        <p:txBody>
          <a:bodyPr wrap="none" lIns="90000" rIns="90000" tIns="45000" bIns="45000" anchor="t">
            <a:spAutoFit/>
          </a:bodyPr>
          <a:p>
            <a:pPr>
              <a:lnSpc>
                <a:spcPct val="115000"/>
              </a:lnSpc>
            </a:pPr>
            <a:r>
              <a:rPr b="0" lang="es-ES" sz="2000" spc="-1" strike="noStrike">
                <a:solidFill>
                  <a:schemeClr val="dk1"/>
                </a:solidFill>
                <a:latin typeface="Arial"/>
                <a:ea typeface="DejaVu Sans"/>
              </a:rPr>
              <a:t>- Procesador a 1.5 GHz o superior</a:t>
            </a:r>
            <a:endParaRPr b="0" lang="es-ES" sz="2000" spc="-1" strike="noStrike">
              <a:solidFill>
                <a:srgbClr val="000000"/>
              </a:solidFill>
              <a:latin typeface="Arial"/>
            </a:endParaRPr>
          </a:p>
          <a:p>
            <a:pPr>
              <a:lnSpc>
                <a:spcPct val="115000"/>
              </a:lnSpc>
            </a:pPr>
            <a:r>
              <a:rPr b="0" lang="es-ES" sz="2000" spc="-1" strike="noStrike">
                <a:solidFill>
                  <a:schemeClr val="dk1"/>
                </a:solidFill>
                <a:latin typeface="Arial"/>
                <a:ea typeface="DejaVu Sans"/>
              </a:rPr>
              <a:t>- RAM 4GB (para asegurar un rendimiento </a:t>
            </a:r>
            <a:endParaRPr b="0" lang="es-ES" sz="2000" spc="-1" strike="noStrike">
              <a:solidFill>
                <a:srgbClr val="000000"/>
              </a:solidFill>
              <a:latin typeface="Arial"/>
            </a:endParaRPr>
          </a:p>
          <a:p>
            <a:pPr>
              <a:lnSpc>
                <a:spcPct val="115000"/>
              </a:lnSpc>
            </a:pPr>
            <a:r>
              <a:rPr b="0" lang="es-ES" sz="2000" spc="-1" strike="noStrike">
                <a:solidFill>
                  <a:schemeClr val="dk1"/>
                </a:solidFill>
                <a:latin typeface="Arial"/>
                <a:ea typeface="DejaVu Sans"/>
              </a:rPr>
              <a:t>adecuado en aplicaciones web modernas)</a:t>
            </a:r>
            <a:endParaRPr b="0" lang="es-E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Rectángulo 3"/>
          <p:cNvSpPr/>
          <p:nvPr/>
        </p:nvSpPr>
        <p:spPr>
          <a:xfrm>
            <a:off x="0" y="0"/>
            <a:ext cx="12183840" cy="660960"/>
          </a:xfrm>
          <a:prstGeom prst="rect">
            <a:avLst/>
          </a:prstGeom>
          <a:solidFill>
            <a:srgbClr val="c00000"/>
          </a:solidFill>
          <a:ln w="0">
            <a:noFill/>
          </a:ln>
        </p:spPr>
        <p:style>
          <a:lnRef idx="0"/>
          <a:fillRef idx="0"/>
          <a:effectRef idx="0"/>
          <a:fontRef idx="minor"/>
        </p:style>
        <p:txBody>
          <a:bodyPr lIns="90000" rIns="90000" tIns="45000" bIns="45000" anchor="t">
            <a:spAutoFit/>
          </a:bodyPr>
          <a:p>
            <a:pPr algn="ctr" defTabSz="914400">
              <a:lnSpc>
                <a:spcPct val="150000"/>
              </a:lnSpc>
              <a:spcAft>
                <a:spcPts val="601"/>
              </a:spcAft>
            </a:pPr>
            <a:r>
              <a:rPr b="0" lang="es-ES" sz="2500" spc="-1" strike="noStrike">
                <a:solidFill>
                  <a:schemeClr val="lt1"/>
                </a:solidFill>
                <a:latin typeface="Arial"/>
                <a:ea typeface="MS Gothic"/>
              </a:rPr>
              <a:t>REQUERIMIENTOS DE SOFTWARE</a:t>
            </a:r>
            <a:endParaRPr b="0" lang="es-ES" sz="2500" spc="-1" strike="noStrike">
              <a:solidFill>
                <a:srgbClr val="ffffff"/>
              </a:solidFill>
              <a:latin typeface="Arial"/>
            </a:endParaRPr>
          </a:p>
        </p:txBody>
      </p:sp>
      <p:sp>
        <p:nvSpPr>
          <p:cNvPr id="225" name="CuadroTexto 2"/>
          <p:cNvSpPr/>
          <p:nvPr/>
        </p:nvSpPr>
        <p:spPr>
          <a:xfrm>
            <a:off x="2690640" y="2458080"/>
            <a:ext cx="1766160" cy="4554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s-ES" sz="2400" spc="-1" strike="noStrike">
                <a:solidFill>
                  <a:schemeClr val="dk1"/>
                </a:solidFill>
                <a:latin typeface="Arial"/>
                <a:ea typeface="DejaVu Sans"/>
              </a:rPr>
              <a:t>SERVIDOR</a:t>
            </a:r>
            <a:endParaRPr b="0" lang="es-ES" sz="2400" spc="-1" strike="noStrike">
              <a:solidFill>
                <a:srgbClr val="000000"/>
              </a:solidFill>
              <a:latin typeface="Arial"/>
            </a:endParaRPr>
          </a:p>
        </p:txBody>
      </p:sp>
      <p:sp>
        <p:nvSpPr>
          <p:cNvPr id="226" name="CuadroTexto 4"/>
          <p:cNvSpPr/>
          <p:nvPr/>
        </p:nvSpPr>
        <p:spPr>
          <a:xfrm>
            <a:off x="7731720" y="2440800"/>
            <a:ext cx="1482840" cy="4554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s-ES" sz="2400" spc="-1" strike="noStrike">
                <a:solidFill>
                  <a:schemeClr val="dk1"/>
                </a:solidFill>
                <a:latin typeface="Arial"/>
                <a:ea typeface="DejaVu Sans"/>
              </a:rPr>
              <a:t>CLIENTE</a:t>
            </a:r>
            <a:endParaRPr b="0" lang="es-ES" sz="2400" spc="-1" strike="noStrike">
              <a:solidFill>
                <a:srgbClr val="000000"/>
              </a:solidFill>
              <a:latin typeface="Arial"/>
            </a:endParaRPr>
          </a:p>
        </p:txBody>
      </p:sp>
      <p:sp>
        <p:nvSpPr>
          <p:cNvPr id="227" name="CuadroTexto 9"/>
          <p:cNvSpPr/>
          <p:nvPr/>
        </p:nvSpPr>
        <p:spPr>
          <a:xfrm>
            <a:off x="606960" y="3340800"/>
            <a:ext cx="5437440" cy="1842840"/>
          </a:xfrm>
          <a:prstGeom prst="rect">
            <a:avLst/>
          </a:prstGeom>
          <a:noFill/>
          <a:ln w="0">
            <a:noFill/>
          </a:ln>
        </p:spPr>
        <p:style>
          <a:lnRef idx="0"/>
          <a:fillRef idx="0"/>
          <a:effectRef idx="0"/>
          <a:fontRef idx="minor"/>
        </p:style>
        <p:txBody>
          <a:bodyPr wrap="none" lIns="90000" rIns="90000" tIns="45000" bIns="45000" anchor="t">
            <a:spAutoFit/>
          </a:bodyPr>
          <a:p>
            <a:pPr>
              <a:lnSpc>
                <a:spcPct val="115000"/>
              </a:lnSpc>
            </a:pPr>
            <a:r>
              <a:rPr b="0" lang="es-ES" sz="2000" spc="-1" strike="noStrike">
                <a:solidFill>
                  <a:schemeClr val="dk1"/>
                </a:solidFill>
                <a:latin typeface="Arial"/>
                <a:ea typeface="DejaVu Sans"/>
              </a:rPr>
              <a:t>- PostgreSQL versión 12 o superior</a:t>
            </a:r>
            <a:endParaRPr b="0" lang="es-ES" sz="2000" spc="-1" strike="noStrike">
              <a:solidFill>
                <a:srgbClr val="000000"/>
              </a:solidFill>
              <a:latin typeface="Arial"/>
            </a:endParaRPr>
          </a:p>
          <a:p>
            <a:pPr>
              <a:lnSpc>
                <a:spcPct val="115000"/>
              </a:lnSpc>
            </a:pPr>
            <a:r>
              <a:rPr b="0" lang="es-ES" sz="2000" spc="-1" strike="noStrike">
                <a:solidFill>
                  <a:schemeClr val="dk1"/>
                </a:solidFill>
                <a:latin typeface="Arial"/>
                <a:ea typeface="DejaVu Sans"/>
              </a:rPr>
              <a:t>- Spring Boot 3 </a:t>
            </a:r>
            <a:endParaRPr b="0" lang="es-ES" sz="2000" spc="-1" strike="noStrike">
              <a:solidFill>
                <a:srgbClr val="000000"/>
              </a:solidFill>
              <a:latin typeface="Arial"/>
            </a:endParaRPr>
          </a:p>
          <a:p>
            <a:pPr>
              <a:lnSpc>
                <a:spcPct val="115000"/>
              </a:lnSpc>
            </a:pPr>
            <a:r>
              <a:rPr b="0" lang="es-ES" sz="2000" spc="-1" strike="noStrike">
                <a:solidFill>
                  <a:schemeClr val="dk1"/>
                </a:solidFill>
                <a:latin typeface="Arial"/>
                <a:ea typeface="DejaVu Sans"/>
              </a:rPr>
              <a:t>- Java versión 17 o superior</a:t>
            </a:r>
            <a:endParaRPr b="0" lang="es-ES" sz="2000" spc="-1" strike="noStrike">
              <a:solidFill>
                <a:srgbClr val="000000"/>
              </a:solidFill>
              <a:latin typeface="Arial"/>
            </a:endParaRPr>
          </a:p>
          <a:p>
            <a:pPr>
              <a:lnSpc>
                <a:spcPct val="115000"/>
              </a:lnSpc>
            </a:pPr>
            <a:r>
              <a:rPr b="0" lang="es-ES" sz="2000" spc="-1" strike="noStrike">
                <a:solidFill>
                  <a:schemeClr val="dk1"/>
                </a:solidFill>
                <a:latin typeface="Arial"/>
                <a:ea typeface="DejaVu Sans"/>
              </a:rPr>
              <a:t>- Sistema Operativo Linux </a:t>
            </a:r>
            <a:endParaRPr b="0" lang="es-ES" sz="2000" spc="-1" strike="noStrike">
              <a:solidFill>
                <a:srgbClr val="000000"/>
              </a:solidFill>
              <a:latin typeface="Arial"/>
            </a:endParaRPr>
          </a:p>
          <a:p>
            <a:pPr>
              <a:lnSpc>
                <a:spcPct val="115000"/>
              </a:lnSpc>
            </a:pPr>
            <a:r>
              <a:rPr b="0" lang="es-ES" sz="2000" spc="-1" strike="noStrike">
                <a:solidFill>
                  <a:schemeClr val="dk1"/>
                </a:solidFill>
                <a:latin typeface="Arial"/>
                <a:ea typeface="DejaVu Sans"/>
              </a:rPr>
              <a:t>(preferiblemente Ubuntu 20.04 LTS o superior)</a:t>
            </a:r>
            <a:endParaRPr b="0" lang="es-ES" sz="2000" spc="-1" strike="noStrike">
              <a:solidFill>
                <a:srgbClr val="000000"/>
              </a:solidFill>
              <a:latin typeface="Arial"/>
            </a:endParaRPr>
          </a:p>
        </p:txBody>
      </p:sp>
      <p:pic>
        <p:nvPicPr>
          <p:cNvPr id="228" name="Imagen 21" descr=""/>
          <p:cNvPicPr/>
          <p:nvPr/>
        </p:nvPicPr>
        <p:blipFill>
          <a:blip r:embed="rId1"/>
          <a:stretch/>
        </p:blipFill>
        <p:spPr>
          <a:xfrm>
            <a:off x="2534040" y="1163880"/>
            <a:ext cx="2222640" cy="1383480"/>
          </a:xfrm>
          <a:prstGeom prst="rect">
            <a:avLst/>
          </a:prstGeom>
          <a:ln w="0">
            <a:noFill/>
          </a:ln>
        </p:spPr>
      </p:pic>
      <p:pic>
        <p:nvPicPr>
          <p:cNvPr id="229" name="Imagen 23" descr=""/>
          <p:cNvPicPr/>
          <p:nvPr/>
        </p:nvPicPr>
        <p:blipFill>
          <a:blip r:embed="rId2"/>
          <a:srcRect l="0" t="17635" r="0" b="20462"/>
          <a:stretch/>
        </p:blipFill>
        <p:spPr>
          <a:xfrm>
            <a:off x="7426800" y="1256400"/>
            <a:ext cx="2086560" cy="1288440"/>
          </a:xfrm>
          <a:prstGeom prst="rect">
            <a:avLst/>
          </a:prstGeom>
          <a:ln w="0">
            <a:noFill/>
          </a:ln>
        </p:spPr>
      </p:pic>
      <p:sp>
        <p:nvSpPr>
          <p:cNvPr id="230" name="CuadroTexto 12"/>
          <p:cNvSpPr/>
          <p:nvPr/>
        </p:nvSpPr>
        <p:spPr>
          <a:xfrm>
            <a:off x="6539400" y="3232800"/>
            <a:ext cx="5313960" cy="790920"/>
          </a:xfrm>
          <a:prstGeom prst="rect">
            <a:avLst/>
          </a:prstGeom>
          <a:noFill/>
          <a:ln w="0">
            <a:noFill/>
          </a:ln>
        </p:spPr>
        <p:style>
          <a:lnRef idx="0"/>
          <a:fillRef idx="0"/>
          <a:effectRef idx="0"/>
          <a:fontRef idx="minor"/>
        </p:style>
        <p:txBody>
          <a:bodyPr wrap="none" lIns="90000" rIns="90000" tIns="45000" bIns="45000" anchor="t">
            <a:spAutoFit/>
          </a:bodyPr>
          <a:p>
            <a:pPr>
              <a:lnSpc>
                <a:spcPct val="115000"/>
              </a:lnSpc>
            </a:pPr>
            <a:r>
              <a:rPr b="0" lang="es-ES" sz="2000" spc="-1" strike="noStrike">
                <a:solidFill>
                  <a:schemeClr val="dk1"/>
                </a:solidFill>
                <a:latin typeface="Arial"/>
                <a:ea typeface="DejaVu Sans"/>
              </a:rPr>
              <a:t>- Mozilla Firefox en su versión 100 o superior.</a:t>
            </a:r>
            <a:endParaRPr b="0" lang="es-ES" sz="2000" spc="-1" strike="noStrike">
              <a:solidFill>
                <a:srgbClr val="000000"/>
              </a:solidFill>
              <a:latin typeface="Arial"/>
            </a:endParaRPr>
          </a:p>
          <a:p>
            <a:pPr>
              <a:lnSpc>
                <a:spcPct val="115000"/>
              </a:lnSpc>
            </a:pPr>
            <a:r>
              <a:rPr b="0" lang="es-ES" sz="2000" spc="-1" strike="noStrike">
                <a:solidFill>
                  <a:schemeClr val="dk1"/>
                </a:solidFill>
                <a:latin typeface="Arial"/>
                <a:ea typeface="DejaVu Sans"/>
              </a:rPr>
              <a:t>- Sistema Operativo Android (12 o superior).</a:t>
            </a:r>
            <a:endParaRPr b="0" lang="es-E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Rectángulo 3"/>
          <p:cNvSpPr/>
          <p:nvPr/>
        </p:nvSpPr>
        <p:spPr>
          <a:xfrm>
            <a:off x="0" y="0"/>
            <a:ext cx="12183840" cy="660960"/>
          </a:xfrm>
          <a:prstGeom prst="rect">
            <a:avLst/>
          </a:prstGeom>
          <a:solidFill>
            <a:srgbClr val="c00000"/>
          </a:solidFill>
          <a:ln w="0">
            <a:noFill/>
          </a:ln>
        </p:spPr>
        <p:style>
          <a:lnRef idx="0"/>
          <a:fillRef idx="0"/>
          <a:effectRef idx="0"/>
          <a:fontRef idx="minor"/>
        </p:style>
        <p:txBody>
          <a:bodyPr lIns="90000" rIns="90000" tIns="45000" bIns="45000" anchor="t">
            <a:spAutoFit/>
          </a:bodyPr>
          <a:p>
            <a:pPr algn="ctr" defTabSz="914400">
              <a:lnSpc>
                <a:spcPct val="150000"/>
              </a:lnSpc>
              <a:spcAft>
                <a:spcPts val="601"/>
              </a:spcAft>
            </a:pPr>
            <a:r>
              <a:rPr b="0" lang="es-ES" sz="2500" spc="-1" strike="noStrike">
                <a:solidFill>
                  <a:schemeClr val="lt1"/>
                </a:solidFill>
                <a:latin typeface="Arial"/>
                <a:ea typeface="MS Gothic"/>
              </a:rPr>
              <a:t>CONCEPCIÓN DEL SISTEMA</a:t>
            </a:r>
            <a:endParaRPr b="0" lang="es-ES" sz="2500" spc="-1" strike="noStrike">
              <a:solidFill>
                <a:srgbClr val="ffffff"/>
              </a:solidFill>
              <a:latin typeface="Arial"/>
            </a:endParaRPr>
          </a:p>
        </p:txBody>
      </p:sp>
      <p:sp>
        <p:nvSpPr>
          <p:cNvPr id="232" name="CuadroTexto 6"/>
          <p:cNvSpPr/>
          <p:nvPr/>
        </p:nvSpPr>
        <p:spPr>
          <a:xfrm>
            <a:off x="4515840" y="913320"/>
            <a:ext cx="3152160" cy="455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s-ES" sz="2400" spc="-1" strike="noStrike">
                <a:solidFill>
                  <a:schemeClr val="dk1"/>
                </a:solidFill>
                <a:latin typeface="Arial"/>
                <a:ea typeface="DejaVu Sans"/>
              </a:rPr>
              <a:t>Autenticación</a:t>
            </a:r>
            <a:endParaRPr b="0" lang="es-ES" sz="2400" spc="-1" strike="noStrike">
              <a:solidFill>
                <a:srgbClr val="000000"/>
              </a:solidFill>
              <a:latin typeface="Arial"/>
            </a:endParaRPr>
          </a:p>
        </p:txBody>
      </p:sp>
      <p:pic>
        <p:nvPicPr>
          <p:cNvPr id="233" name="" descr=""/>
          <p:cNvPicPr/>
          <p:nvPr/>
        </p:nvPicPr>
        <p:blipFill>
          <a:blip r:embed="rId1"/>
          <a:stretch/>
        </p:blipFill>
        <p:spPr>
          <a:xfrm>
            <a:off x="424080" y="1800000"/>
            <a:ext cx="8607960" cy="4134960"/>
          </a:xfrm>
          <a:prstGeom prst="rect">
            <a:avLst/>
          </a:prstGeom>
          <a:ln w="0">
            <a:solidFill>
              <a:srgbClr val="7f7f7f"/>
            </a:solidFill>
            <a:prstDash val="sysDot"/>
          </a:ln>
        </p:spPr>
      </p:pic>
      <p:pic>
        <p:nvPicPr>
          <p:cNvPr id="234" name="" descr=""/>
          <p:cNvPicPr/>
          <p:nvPr/>
        </p:nvPicPr>
        <p:blipFill>
          <a:blip r:embed="rId2"/>
          <a:stretch/>
        </p:blipFill>
        <p:spPr>
          <a:xfrm>
            <a:off x="9320760" y="1296000"/>
            <a:ext cx="2400120" cy="4898160"/>
          </a:xfrm>
          <a:prstGeom prst="rect">
            <a:avLst/>
          </a:prstGeom>
          <a:ln w="0">
            <a:solidFill>
              <a:srgbClr val="7f7f7f"/>
            </a:solidFill>
            <a:prstDash val="sysDot"/>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Rectángulo 3"/>
          <p:cNvSpPr/>
          <p:nvPr/>
        </p:nvSpPr>
        <p:spPr>
          <a:xfrm>
            <a:off x="0" y="0"/>
            <a:ext cx="12183840" cy="660960"/>
          </a:xfrm>
          <a:prstGeom prst="rect">
            <a:avLst/>
          </a:prstGeom>
          <a:solidFill>
            <a:srgbClr val="c00000"/>
          </a:solidFill>
          <a:ln w="0">
            <a:noFill/>
          </a:ln>
        </p:spPr>
        <p:style>
          <a:lnRef idx="0"/>
          <a:fillRef idx="0"/>
          <a:effectRef idx="0"/>
          <a:fontRef idx="minor"/>
        </p:style>
        <p:txBody>
          <a:bodyPr lIns="90000" rIns="90000" tIns="45000" bIns="45000" anchor="t">
            <a:spAutoFit/>
          </a:bodyPr>
          <a:p>
            <a:pPr algn="ctr" defTabSz="914400">
              <a:lnSpc>
                <a:spcPct val="150000"/>
              </a:lnSpc>
              <a:spcAft>
                <a:spcPts val="601"/>
              </a:spcAft>
            </a:pPr>
            <a:r>
              <a:rPr b="0" lang="es-ES" sz="2500" spc="-1" strike="noStrike">
                <a:solidFill>
                  <a:schemeClr val="lt1"/>
                </a:solidFill>
                <a:latin typeface="Arial"/>
                <a:ea typeface="MS Gothic"/>
              </a:rPr>
              <a:t>CONCEPCIÓN DEL SISTEMA</a:t>
            </a:r>
            <a:endParaRPr b="0" lang="es-ES" sz="2500" spc="-1" strike="noStrike">
              <a:solidFill>
                <a:srgbClr val="ffffff"/>
              </a:solidFill>
              <a:latin typeface="Arial"/>
            </a:endParaRPr>
          </a:p>
        </p:txBody>
      </p:sp>
      <p:sp>
        <p:nvSpPr>
          <p:cNvPr id="236" name="CuadroTexto 6"/>
          <p:cNvSpPr/>
          <p:nvPr/>
        </p:nvSpPr>
        <p:spPr>
          <a:xfrm>
            <a:off x="3081600" y="913320"/>
            <a:ext cx="6129360" cy="455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s-ES" sz="2400" spc="-1" strike="noStrike">
                <a:solidFill>
                  <a:schemeClr val="dk1"/>
                </a:solidFill>
                <a:latin typeface="Arial"/>
                <a:ea typeface="DejaVu Sans"/>
              </a:rPr>
              <a:t>Gestionar Menú (Especialista)</a:t>
            </a:r>
            <a:endParaRPr b="0" lang="es-ES" sz="2400" spc="-1" strike="noStrike">
              <a:solidFill>
                <a:srgbClr val="000000"/>
              </a:solidFill>
              <a:latin typeface="Arial"/>
            </a:endParaRPr>
          </a:p>
        </p:txBody>
      </p:sp>
      <p:pic>
        <p:nvPicPr>
          <p:cNvPr id="237" name="" descr=""/>
          <p:cNvPicPr/>
          <p:nvPr/>
        </p:nvPicPr>
        <p:blipFill>
          <a:blip r:embed="rId1"/>
          <a:stretch/>
        </p:blipFill>
        <p:spPr>
          <a:xfrm>
            <a:off x="336240" y="1748160"/>
            <a:ext cx="8640000" cy="4141440"/>
          </a:xfrm>
          <a:prstGeom prst="rect">
            <a:avLst/>
          </a:prstGeom>
          <a:ln w="0">
            <a:solidFill>
              <a:srgbClr val="7f7f7f"/>
            </a:solidFill>
            <a:prstDash val="sysDot"/>
          </a:ln>
        </p:spPr>
      </p:pic>
      <p:pic>
        <p:nvPicPr>
          <p:cNvPr id="238" name="" descr=""/>
          <p:cNvPicPr/>
          <p:nvPr/>
        </p:nvPicPr>
        <p:blipFill>
          <a:blip r:embed="rId2"/>
          <a:stretch/>
        </p:blipFill>
        <p:spPr>
          <a:xfrm>
            <a:off x="9321120" y="1301400"/>
            <a:ext cx="2409840" cy="4917600"/>
          </a:xfrm>
          <a:prstGeom prst="rect">
            <a:avLst/>
          </a:prstGeom>
          <a:ln w="0">
            <a:solidFill>
              <a:srgbClr val="7f7f7f"/>
            </a:solidFill>
            <a:prstDash val="sysDot"/>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Rectángulo 12"/>
          <p:cNvSpPr/>
          <p:nvPr/>
        </p:nvSpPr>
        <p:spPr>
          <a:xfrm>
            <a:off x="0" y="0"/>
            <a:ext cx="12183840" cy="660960"/>
          </a:xfrm>
          <a:prstGeom prst="rect">
            <a:avLst/>
          </a:prstGeom>
          <a:solidFill>
            <a:srgbClr val="c00000"/>
          </a:solidFill>
          <a:ln w="0">
            <a:noFill/>
          </a:ln>
        </p:spPr>
        <p:style>
          <a:lnRef idx="0"/>
          <a:fillRef idx="0"/>
          <a:effectRef idx="0"/>
          <a:fontRef idx="minor"/>
        </p:style>
        <p:txBody>
          <a:bodyPr lIns="90000" rIns="90000" tIns="45000" bIns="45000" anchor="t">
            <a:spAutoFit/>
          </a:bodyPr>
          <a:p>
            <a:pPr algn="ctr" defTabSz="914400">
              <a:lnSpc>
                <a:spcPct val="150000"/>
              </a:lnSpc>
              <a:spcAft>
                <a:spcPts val="601"/>
              </a:spcAft>
            </a:pPr>
            <a:r>
              <a:rPr b="0" lang="es-ES" sz="2500" spc="-1" strike="noStrike">
                <a:solidFill>
                  <a:schemeClr val="lt1"/>
                </a:solidFill>
                <a:latin typeface="Arial"/>
                <a:ea typeface="MS Gothic"/>
              </a:rPr>
              <a:t>CONCEPCIÓN DEL SISTEMA</a:t>
            </a:r>
            <a:endParaRPr b="0" lang="es-ES" sz="2500" spc="-1" strike="noStrike">
              <a:solidFill>
                <a:srgbClr val="ffffff"/>
              </a:solidFill>
              <a:latin typeface="Arial"/>
            </a:endParaRPr>
          </a:p>
        </p:txBody>
      </p:sp>
      <p:sp>
        <p:nvSpPr>
          <p:cNvPr id="240" name="CuadroTexto 5"/>
          <p:cNvSpPr/>
          <p:nvPr/>
        </p:nvSpPr>
        <p:spPr>
          <a:xfrm>
            <a:off x="3765600" y="913320"/>
            <a:ext cx="4689360" cy="455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s-ES" sz="2400" spc="-1" strike="noStrike">
                <a:solidFill>
                  <a:schemeClr val="dk1"/>
                </a:solidFill>
                <a:latin typeface="Arial"/>
                <a:ea typeface="DejaVu Sans"/>
              </a:rPr>
              <a:t>Gestionar Menú (Contador)</a:t>
            </a:r>
            <a:endParaRPr b="0" lang="es-ES" sz="2400" spc="-1" strike="noStrike">
              <a:solidFill>
                <a:srgbClr val="000000"/>
              </a:solidFill>
              <a:latin typeface="Arial"/>
            </a:endParaRPr>
          </a:p>
        </p:txBody>
      </p:sp>
      <p:pic>
        <p:nvPicPr>
          <p:cNvPr id="241" name="" descr=""/>
          <p:cNvPicPr/>
          <p:nvPr/>
        </p:nvPicPr>
        <p:blipFill>
          <a:blip r:embed="rId1"/>
          <a:stretch/>
        </p:blipFill>
        <p:spPr>
          <a:xfrm>
            <a:off x="360000" y="1764000"/>
            <a:ext cx="8616240" cy="4139280"/>
          </a:xfrm>
          <a:prstGeom prst="rect">
            <a:avLst/>
          </a:prstGeom>
          <a:ln w="0">
            <a:solidFill>
              <a:srgbClr val="7f7f7f"/>
            </a:solidFill>
            <a:prstDash val="sysDot"/>
          </a:ln>
        </p:spPr>
      </p:pic>
      <p:pic>
        <p:nvPicPr>
          <p:cNvPr id="242" name="" descr=""/>
          <p:cNvPicPr/>
          <p:nvPr/>
        </p:nvPicPr>
        <p:blipFill>
          <a:blip r:embed="rId2"/>
          <a:stretch/>
        </p:blipFill>
        <p:spPr>
          <a:xfrm>
            <a:off x="9321120" y="1301400"/>
            <a:ext cx="2409840" cy="4917600"/>
          </a:xfrm>
          <a:prstGeom prst="rect">
            <a:avLst/>
          </a:prstGeom>
          <a:ln w="0">
            <a:solidFill>
              <a:srgbClr val="7f7f7f"/>
            </a:solidFill>
            <a:prstDash val="sysDot"/>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Rectángulo 15"/>
          <p:cNvSpPr/>
          <p:nvPr/>
        </p:nvSpPr>
        <p:spPr>
          <a:xfrm>
            <a:off x="0" y="0"/>
            <a:ext cx="12183840" cy="660960"/>
          </a:xfrm>
          <a:prstGeom prst="rect">
            <a:avLst/>
          </a:prstGeom>
          <a:solidFill>
            <a:srgbClr val="c00000"/>
          </a:solidFill>
          <a:ln w="0">
            <a:noFill/>
          </a:ln>
        </p:spPr>
        <p:style>
          <a:lnRef idx="0"/>
          <a:fillRef idx="0"/>
          <a:effectRef idx="0"/>
          <a:fontRef idx="minor"/>
        </p:style>
        <p:txBody>
          <a:bodyPr lIns="90000" rIns="90000" tIns="45000" bIns="45000" anchor="t">
            <a:spAutoFit/>
          </a:bodyPr>
          <a:p>
            <a:pPr algn="ctr" defTabSz="914400">
              <a:lnSpc>
                <a:spcPct val="150000"/>
              </a:lnSpc>
              <a:spcAft>
                <a:spcPts val="601"/>
              </a:spcAft>
            </a:pPr>
            <a:r>
              <a:rPr b="0" lang="es-ES" sz="2500" spc="-1" strike="noStrike">
                <a:solidFill>
                  <a:schemeClr val="lt1"/>
                </a:solidFill>
                <a:latin typeface="Arial"/>
                <a:ea typeface="MS Gothic"/>
              </a:rPr>
              <a:t>CONCEPCIÓN DEL SISTEMA</a:t>
            </a:r>
            <a:endParaRPr b="0" lang="es-ES" sz="2500" spc="-1" strike="noStrike">
              <a:solidFill>
                <a:srgbClr val="ffffff"/>
              </a:solidFill>
              <a:latin typeface="Arial"/>
            </a:endParaRPr>
          </a:p>
        </p:txBody>
      </p:sp>
      <p:sp>
        <p:nvSpPr>
          <p:cNvPr id="244" name="CuadroTexto 21"/>
          <p:cNvSpPr/>
          <p:nvPr/>
        </p:nvSpPr>
        <p:spPr>
          <a:xfrm>
            <a:off x="3441600" y="913320"/>
            <a:ext cx="5594400" cy="456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s-ES" sz="2400" spc="-1" strike="noStrike">
                <a:solidFill>
                  <a:schemeClr val="dk1"/>
                </a:solidFill>
                <a:latin typeface="Arial"/>
                <a:ea typeface="DejaVu Sans"/>
              </a:rPr>
              <a:t>Gestionar Tickets (Todos los roles)</a:t>
            </a:r>
            <a:endParaRPr b="0" lang="es-ES" sz="2400" spc="-1" strike="noStrike">
              <a:solidFill>
                <a:srgbClr val="000000"/>
              </a:solidFill>
              <a:latin typeface="Arial"/>
            </a:endParaRPr>
          </a:p>
        </p:txBody>
      </p:sp>
      <p:pic>
        <p:nvPicPr>
          <p:cNvPr id="245" name="" descr=""/>
          <p:cNvPicPr/>
          <p:nvPr/>
        </p:nvPicPr>
        <p:blipFill>
          <a:blip r:embed="rId1"/>
          <a:stretch/>
        </p:blipFill>
        <p:spPr>
          <a:xfrm>
            <a:off x="9357480" y="1325520"/>
            <a:ext cx="2373480" cy="4843440"/>
          </a:xfrm>
          <a:prstGeom prst="rect">
            <a:avLst/>
          </a:prstGeom>
          <a:ln w="0">
            <a:solidFill>
              <a:srgbClr val="7f7f7f"/>
            </a:solidFill>
            <a:prstDash val="sysDot"/>
          </a:ln>
        </p:spPr>
      </p:pic>
      <p:pic>
        <p:nvPicPr>
          <p:cNvPr id="246" name="" descr=""/>
          <p:cNvPicPr/>
          <p:nvPr/>
        </p:nvPicPr>
        <p:blipFill>
          <a:blip r:embed="rId2"/>
          <a:stretch/>
        </p:blipFill>
        <p:spPr>
          <a:xfrm>
            <a:off x="288000" y="1764000"/>
            <a:ext cx="8742960" cy="4173120"/>
          </a:xfrm>
          <a:prstGeom prst="rect">
            <a:avLst/>
          </a:prstGeom>
          <a:ln w="0">
            <a:solidFill>
              <a:srgbClr val="7f7f7f"/>
            </a:solidFill>
            <a:prstDash val="sysDot"/>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Rectángulo 13"/>
          <p:cNvSpPr/>
          <p:nvPr/>
        </p:nvSpPr>
        <p:spPr>
          <a:xfrm>
            <a:off x="0" y="0"/>
            <a:ext cx="12183840" cy="660960"/>
          </a:xfrm>
          <a:prstGeom prst="rect">
            <a:avLst/>
          </a:prstGeom>
          <a:solidFill>
            <a:srgbClr val="c00000"/>
          </a:solidFill>
          <a:ln w="0">
            <a:noFill/>
          </a:ln>
        </p:spPr>
        <p:style>
          <a:lnRef idx="0"/>
          <a:fillRef idx="0"/>
          <a:effectRef idx="0"/>
          <a:fontRef idx="minor"/>
        </p:style>
        <p:txBody>
          <a:bodyPr lIns="90000" rIns="90000" tIns="45000" bIns="45000" anchor="t">
            <a:spAutoFit/>
          </a:bodyPr>
          <a:p>
            <a:pPr algn="ctr" defTabSz="914400">
              <a:lnSpc>
                <a:spcPct val="150000"/>
              </a:lnSpc>
              <a:spcAft>
                <a:spcPts val="601"/>
              </a:spcAft>
            </a:pPr>
            <a:r>
              <a:rPr b="0" lang="es-ES" sz="2500" spc="-1" strike="noStrike">
                <a:solidFill>
                  <a:schemeClr val="lt1"/>
                </a:solidFill>
                <a:latin typeface="Arial"/>
                <a:ea typeface="MS Gothic"/>
              </a:rPr>
              <a:t>CONCEPCIÓN DEL SISTEMA</a:t>
            </a:r>
            <a:endParaRPr b="0" lang="es-ES" sz="2500" spc="-1" strike="noStrike">
              <a:solidFill>
                <a:srgbClr val="ffffff"/>
              </a:solidFill>
              <a:latin typeface="Arial"/>
            </a:endParaRPr>
          </a:p>
        </p:txBody>
      </p:sp>
      <p:sp>
        <p:nvSpPr>
          <p:cNvPr id="248" name="CuadroTexto 14"/>
          <p:cNvSpPr/>
          <p:nvPr/>
        </p:nvSpPr>
        <p:spPr>
          <a:xfrm>
            <a:off x="4017600" y="913320"/>
            <a:ext cx="4262400" cy="456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s-ES" sz="2400" spc="-1" strike="noStrike">
                <a:solidFill>
                  <a:schemeClr val="dk1"/>
                </a:solidFill>
                <a:latin typeface="Arial"/>
                <a:ea typeface="DejaVu Sans"/>
              </a:rPr>
              <a:t>Gestionar Ventas (Técnico)</a:t>
            </a:r>
            <a:endParaRPr b="0" lang="es-ES" sz="2400" spc="-1" strike="noStrike">
              <a:solidFill>
                <a:srgbClr val="000000"/>
              </a:solidFill>
              <a:latin typeface="Arial"/>
            </a:endParaRPr>
          </a:p>
        </p:txBody>
      </p:sp>
      <p:pic>
        <p:nvPicPr>
          <p:cNvPr id="249" name="" descr=""/>
          <p:cNvPicPr/>
          <p:nvPr/>
        </p:nvPicPr>
        <p:blipFill>
          <a:blip r:embed="rId1"/>
          <a:stretch/>
        </p:blipFill>
        <p:spPr>
          <a:xfrm>
            <a:off x="262800" y="1764000"/>
            <a:ext cx="8682480" cy="4170960"/>
          </a:xfrm>
          <a:prstGeom prst="rect">
            <a:avLst/>
          </a:prstGeom>
          <a:ln w="0">
            <a:solidFill>
              <a:srgbClr val="7f7f7f"/>
            </a:solidFill>
            <a:prstDash val="sysDot"/>
          </a:ln>
        </p:spPr>
      </p:pic>
      <p:pic>
        <p:nvPicPr>
          <p:cNvPr id="250" name="" descr=""/>
          <p:cNvPicPr/>
          <p:nvPr/>
        </p:nvPicPr>
        <p:blipFill>
          <a:blip r:embed="rId2"/>
          <a:stretch/>
        </p:blipFill>
        <p:spPr>
          <a:xfrm>
            <a:off x="9334080" y="1338840"/>
            <a:ext cx="2397240" cy="4892040"/>
          </a:xfrm>
          <a:prstGeom prst="rect">
            <a:avLst/>
          </a:prstGeom>
          <a:ln w="0">
            <a:solidFill>
              <a:srgbClr val="7f7f7f"/>
            </a:solidFill>
            <a:prstDash val="sysDot"/>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Rectángulo 4"/>
          <p:cNvSpPr/>
          <p:nvPr/>
        </p:nvSpPr>
        <p:spPr>
          <a:xfrm>
            <a:off x="0" y="0"/>
            <a:ext cx="12183840" cy="660960"/>
          </a:xfrm>
          <a:prstGeom prst="rect">
            <a:avLst/>
          </a:prstGeom>
          <a:solidFill>
            <a:srgbClr val="c00000"/>
          </a:solidFill>
          <a:ln w="0">
            <a:noFill/>
          </a:ln>
        </p:spPr>
        <p:style>
          <a:lnRef idx="0"/>
          <a:fillRef idx="0"/>
          <a:effectRef idx="0"/>
          <a:fontRef idx="minor"/>
        </p:style>
        <p:txBody>
          <a:bodyPr lIns="90000" rIns="90000" tIns="45000" bIns="45000" anchor="t">
            <a:spAutoFit/>
          </a:bodyPr>
          <a:p>
            <a:pPr algn="ctr" defTabSz="914400">
              <a:lnSpc>
                <a:spcPct val="150000"/>
              </a:lnSpc>
              <a:spcAft>
                <a:spcPts val="601"/>
              </a:spcAft>
            </a:pPr>
            <a:r>
              <a:rPr b="0" lang="es-ES" sz="2500" spc="-1" strike="noStrike">
                <a:solidFill>
                  <a:schemeClr val="lt1"/>
                </a:solidFill>
                <a:latin typeface="Arial"/>
                <a:ea typeface="MS Gothic"/>
              </a:rPr>
              <a:t>CONCEPCIÓN DEL SISTEMA</a:t>
            </a:r>
            <a:endParaRPr b="0" lang="es-ES" sz="2500" spc="-1" strike="noStrike">
              <a:solidFill>
                <a:srgbClr val="ffffff"/>
              </a:solidFill>
              <a:latin typeface="Arial"/>
            </a:endParaRPr>
          </a:p>
        </p:txBody>
      </p:sp>
      <p:sp>
        <p:nvSpPr>
          <p:cNvPr id="252" name="CuadroTexto 13"/>
          <p:cNvSpPr/>
          <p:nvPr/>
        </p:nvSpPr>
        <p:spPr>
          <a:xfrm>
            <a:off x="4305600" y="913320"/>
            <a:ext cx="3426480" cy="8211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s-ES" sz="2400" spc="-1" strike="noStrike">
                <a:solidFill>
                  <a:schemeClr val="dk1"/>
                </a:solidFill>
                <a:latin typeface="Arial"/>
                <a:ea typeface="DejaVu Sans"/>
              </a:rPr>
              <a:t>Gestionar Ventas (Acceso al Comedor)</a:t>
            </a:r>
            <a:endParaRPr b="0" lang="es-ES" sz="2400" spc="-1" strike="noStrike">
              <a:solidFill>
                <a:srgbClr val="000000"/>
              </a:solidFill>
              <a:latin typeface="Arial"/>
            </a:endParaRPr>
          </a:p>
        </p:txBody>
      </p:sp>
      <p:pic>
        <p:nvPicPr>
          <p:cNvPr id="253" name="" descr=""/>
          <p:cNvPicPr/>
          <p:nvPr/>
        </p:nvPicPr>
        <p:blipFill>
          <a:blip r:embed="rId1"/>
          <a:stretch/>
        </p:blipFill>
        <p:spPr>
          <a:xfrm>
            <a:off x="8208000" y="1332000"/>
            <a:ext cx="2508120" cy="5118120"/>
          </a:xfrm>
          <a:prstGeom prst="rect">
            <a:avLst/>
          </a:prstGeom>
          <a:ln w="0">
            <a:solidFill>
              <a:srgbClr val="7f7f7f"/>
            </a:solidFill>
            <a:prstDash val="sysDot"/>
          </a:ln>
        </p:spPr>
      </p:pic>
      <p:sp>
        <p:nvSpPr>
          <p:cNvPr id="254" name="Rectángulo: esquinas diagonales redondeadas 2"/>
          <p:cNvSpPr/>
          <p:nvPr/>
        </p:nvSpPr>
        <p:spPr>
          <a:xfrm>
            <a:off x="1188000" y="2520000"/>
            <a:ext cx="5358600" cy="2238480"/>
          </a:xfrm>
          <a:prstGeom prst="round2DiagRect">
            <a:avLst>
              <a:gd name="adj1" fmla="val 16667"/>
              <a:gd name="adj2" fmla="val 0"/>
            </a:avLst>
          </a:prstGeom>
          <a:noFill/>
          <a:ln w="57240">
            <a:solidFill>
              <a:srgbClr val="c00000"/>
            </a:solidFill>
            <a:miter/>
          </a:ln>
        </p:spPr>
        <p:style>
          <a:lnRef idx="0"/>
          <a:fillRef idx="0"/>
          <a:effectRef idx="0"/>
          <a:fontRef idx="minor"/>
        </p:style>
        <p:txBody>
          <a:bodyPr lIns="90000" rIns="90000" tIns="45000" bIns="45000" anchor="ctr">
            <a:noAutofit/>
          </a:bodyPr>
          <a:p>
            <a:pPr algn="just">
              <a:lnSpc>
                <a:spcPct val="100000"/>
              </a:lnSpc>
              <a:spcBef>
                <a:spcPts val="601"/>
              </a:spcBef>
            </a:pPr>
            <a:r>
              <a:rPr b="0" lang="es-ES" sz="2000" spc="-1" strike="noStrike">
                <a:solidFill>
                  <a:schemeClr val="dk1"/>
                </a:solidFill>
                <a:latin typeface="Arial"/>
                <a:ea typeface="Roboto"/>
              </a:rPr>
              <a:t>Lector del código QR generado al reservar o pagar el ticket. </a:t>
            </a:r>
            <a:endParaRPr b="0" lang="es-E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Rectángulo 14"/>
          <p:cNvSpPr/>
          <p:nvPr/>
        </p:nvSpPr>
        <p:spPr>
          <a:xfrm>
            <a:off x="0" y="0"/>
            <a:ext cx="12183840" cy="660960"/>
          </a:xfrm>
          <a:prstGeom prst="rect">
            <a:avLst/>
          </a:prstGeom>
          <a:solidFill>
            <a:srgbClr val="c00000"/>
          </a:solidFill>
          <a:ln w="0">
            <a:noFill/>
          </a:ln>
        </p:spPr>
        <p:style>
          <a:lnRef idx="0"/>
          <a:fillRef idx="0"/>
          <a:effectRef idx="0"/>
          <a:fontRef idx="minor"/>
        </p:style>
        <p:txBody>
          <a:bodyPr lIns="90000" rIns="90000" tIns="45000" bIns="45000" anchor="t">
            <a:spAutoFit/>
          </a:bodyPr>
          <a:p>
            <a:pPr algn="ctr" defTabSz="914400">
              <a:lnSpc>
                <a:spcPct val="150000"/>
              </a:lnSpc>
              <a:spcAft>
                <a:spcPts val="601"/>
              </a:spcAft>
            </a:pPr>
            <a:r>
              <a:rPr b="0" lang="es-ES" sz="2500" spc="-1" strike="noStrike">
                <a:solidFill>
                  <a:schemeClr val="lt1"/>
                </a:solidFill>
                <a:latin typeface="Arial"/>
                <a:ea typeface="MS Gothic"/>
              </a:rPr>
              <a:t>CONCEPCIÓN DEL SISTEMA</a:t>
            </a:r>
            <a:endParaRPr b="0" lang="es-ES" sz="2500" spc="-1" strike="noStrike">
              <a:solidFill>
                <a:srgbClr val="ffffff"/>
              </a:solidFill>
              <a:latin typeface="Arial"/>
            </a:endParaRPr>
          </a:p>
        </p:txBody>
      </p:sp>
      <p:sp>
        <p:nvSpPr>
          <p:cNvPr id="256" name="CuadroTexto 15"/>
          <p:cNvSpPr/>
          <p:nvPr/>
        </p:nvSpPr>
        <p:spPr>
          <a:xfrm>
            <a:off x="2829600" y="913320"/>
            <a:ext cx="6602400" cy="456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s-ES" sz="2400" spc="-1" strike="noStrike">
                <a:solidFill>
                  <a:schemeClr val="dk1"/>
                </a:solidFill>
                <a:latin typeface="Arial"/>
                <a:ea typeface="DejaVu Sans"/>
              </a:rPr>
              <a:t>Gestionar Ventas (Especialista y Contador)</a:t>
            </a:r>
            <a:endParaRPr b="0" lang="es-ES" sz="2400" spc="-1" strike="noStrike">
              <a:solidFill>
                <a:srgbClr val="000000"/>
              </a:solidFill>
              <a:latin typeface="Arial"/>
            </a:endParaRPr>
          </a:p>
        </p:txBody>
      </p:sp>
      <p:pic>
        <p:nvPicPr>
          <p:cNvPr id="257" name="" descr=""/>
          <p:cNvPicPr/>
          <p:nvPr/>
        </p:nvPicPr>
        <p:blipFill>
          <a:blip r:embed="rId1"/>
          <a:stretch/>
        </p:blipFill>
        <p:spPr>
          <a:xfrm>
            <a:off x="9334440" y="1314360"/>
            <a:ext cx="2412720" cy="4923000"/>
          </a:xfrm>
          <a:prstGeom prst="rect">
            <a:avLst/>
          </a:prstGeom>
          <a:ln w="0">
            <a:solidFill>
              <a:srgbClr val="7f7f7f"/>
            </a:solidFill>
            <a:prstDash val="sysDot"/>
          </a:ln>
        </p:spPr>
      </p:pic>
      <p:pic>
        <p:nvPicPr>
          <p:cNvPr id="258" name="" descr=""/>
          <p:cNvPicPr/>
          <p:nvPr/>
        </p:nvPicPr>
        <p:blipFill>
          <a:blip r:embed="rId2"/>
          <a:stretch/>
        </p:blipFill>
        <p:spPr>
          <a:xfrm>
            <a:off x="263520" y="1764000"/>
            <a:ext cx="8729640" cy="4170960"/>
          </a:xfrm>
          <a:prstGeom prst="rect">
            <a:avLst/>
          </a:prstGeom>
          <a:ln w="0">
            <a:solidFill>
              <a:srgbClr val="7f7f7f"/>
            </a:solidFill>
            <a:prstDash val="sysDot"/>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Rectángulo 21"/>
          <p:cNvSpPr/>
          <p:nvPr/>
        </p:nvSpPr>
        <p:spPr>
          <a:xfrm>
            <a:off x="0" y="0"/>
            <a:ext cx="12187080" cy="660960"/>
          </a:xfrm>
          <a:prstGeom prst="rect">
            <a:avLst/>
          </a:prstGeom>
          <a:solidFill>
            <a:srgbClr val="c00000"/>
          </a:solidFill>
          <a:ln w="0">
            <a:noFill/>
          </a:ln>
        </p:spPr>
        <p:style>
          <a:lnRef idx="0"/>
          <a:fillRef idx="0"/>
          <a:effectRef idx="0"/>
          <a:fontRef idx="minor"/>
        </p:style>
        <p:txBody>
          <a:bodyPr lIns="90000" rIns="90000" tIns="45000" bIns="45000" anchor="t">
            <a:spAutoFit/>
          </a:bodyPr>
          <a:p>
            <a:pPr algn="ctr" defTabSz="914400">
              <a:lnSpc>
                <a:spcPct val="150000"/>
              </a:lnSpc>
              <a:spcAft>
                <a:spcPts val="601"/>
              </a:spcAft>
            </a:pPr>
            <a:r>
              <a:rPr b="0" lang="es-ES" sz="2500" spc="-1" strike="noStrike">
                <a:solidFill>
                  <a:schemeClr val="lt1"/>
                </a:solidFill>
                <a:latin typeface="Arial"/>
                <a:ea typeface="MS Gothic"/>
              </a:rPr>
              <a:t>ARQUITECTURA DEL SISTEMA</a:t>
            </a:r>
            <a:endParaRPr b="0" lang="es-ES" sz="2500" spc="-1" strike="noStrike">
              <a:solidFill>
                <a:srgbClr val="ffffff"/>
              </a:solidFill>
              <a:latin typeface="Arial"/>
            </a:endParaRPr>
          </a:p>
        </p:txBody>
      </p:sp>
      <p:sp>
        <p:nvSpPr>
          <p:cNvPr id="260" name="Flecha: a la derecha 6"/>
          <p:cNvSpPr/>
          <p:nvPr/>
        </p:nvSpPr>
        <p:spPr>
          <a:xfrm rot="10800000">
            <a:off x="4206600" y="1633320"/>
            <a:ext cx="446040" cy="186120"/>
          </a:xfrm>
          <a:prstGeom prst="rightArrow">
            <a:avLst>
              <a:gd name="adj1" fmla="val 50000"/>
              <a:gd name="adj2" fmla="val 50000"/>
            </a:avLst>
          </a:prstGeom>
          <a:solidFill>
            <a:srgbClr val="c00000"/>
          </a:solidFill>
          <a:ln w="12600">
            <a:solidFill>
              <a:srgbClr val="c00000"/>
            </a:solidFill>
            <a:miter/>
          </a:ln>
        </p:spPr>
        <p:style>
          <a:lnRef idx="0"/>
          <a:fillRef idx="0"/>
          <a:effectRef idx="0"/>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261" name="Flecha: hacia abajo 3"/>
          <p:cNvSpPr/>
          <p:nvPr/>
        </p:nvSpPr>
        <p:spPr>
          <a:xfrm>
            <a:off x="9705600" y="3468240"/>
            <a:ext cx="241200" cy="608760"/>
          </a:xfrm>
          <a:prstGeom prst="downArrow">
            <a:avLst>
              <a:gd name="adj1" fmla="val 50000"/>
              <a:gd name="adj2" fmla="val 50000"/>
            </a:avLst>
          </a:prstGeom>
          <a:solidFill>
            <a:srgbClr val="c00000"/>
          </a:solidFill>
          <a:ln w="12600">
            <a:solidFill>
              <a:srgbClr val="c00000"/>
            </a:solidFill>
            <a:miter/>
          </a:ln>
        </p:spPr>
        <p:style>
          <a:lnRef idx="0"/>
          <a:fillRef idx="0"/>
          <a:effectRef idx="0"/>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262" name="CuadroTexto 32"/>
          <p:cNvSpPr/>
          <p:nvPr/>
        </p:nvSpPr>
        <p:spPr>
          <a:xfrm>
            <a:off x="2122200" y="2760480"/>
            <a:ext cx="1180800" cy="3945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s-ES" sz="2000" spc="-1" strike="noStrike">
                <a:solidFill>
                  <a:schemeClr val="dk1"/>
                </a:solidFill>
                <a:latin typeface="Calibri"/>
                <a:ea typeface="DejaVu Sans"/>
              </a:rPr>
              <a:t>vista.dart</a:t>
            </a:r>
            <a:endParaRPr b="0" lang="es-ES" sz="2000" spc="-1" strike="noStrike">
              <a:solidFill>
                <a:srgbClr val="000000"/>
              </a:solidFill>
              <a:latin typeface="Arial"/>
            </a:endParaRPr>
          </a:p>
        </p:txBody>
      </p:sp>
      <p:sp>
        <p:nvSpPr>
          <p:cNvPr id="263" name="CuadroTexto 34"/>
          <p:cNvSpPr/>
          <p:nvPr/>
        </p:nvSpPr>
        <p:spPr>
          <a:xfrm>
            <a:off x="5218200" y="2841840"/>
            <a:ext cx="1906200" cy="3945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s-ES" sz="2000" spc="-1" strike="noStrike">
                <a:solidFill>
                  <a:schemeClr val="dk1"/>
                </a:solidFill>
                <a:latin typeface="Calibri"/>
                <a:ea typeface="DejaVu Sans"/>
              </a:rPr>
              <a:t>controlador.dart</a:t>
            </a:r>
            <a:endParaRPr b="0" lang="es-ES" sz="2000" spc="-1" strike="noStrike">
              <a:solidFill>
                <a:srgbClr val="000000"/>
              </a:solidFill>
              <a:latin typeface="Arial"/>
            </a:endParaRPr>
          </a:p>
        </p:txBody>
      </p:sp>
      <p:sp>
        <p:nvSpPr>
          <p:cNvPr id="264" name="CuadroTexto 35"/>
          <p:cNvSpPr/>
          <p:nvPr/>
        </p:nvSpPr>
        <p:spPr>
          <a:xfrm>
            <a:off x="8865720" y="2827080"/>
            <a:ext cx="1496520" cy="3945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s-ES" sz="2000" spc="-1" strike="noStrike">
                <a:solidFill>
                  <a:schemeClr val="dk1"/>
                </a:solidFill>
                <a:latin typeface="Calibri"/>
                <a:ea typeface="DejaVu Sans"/>
              </a:rPr>
              <a:t>modelo.dart</a:t>
            </a:r>
            <a:endParaRPr b="0" lang="es-ES" sz="2000" spc="-1" strike="noStrike">
              <a:solidFill>
                <a:srgbClr val="000000"/>
              </a:solidFill>
              <a:latin typeface="Arial"/>
            </a:endParaRPr>
          </a:p>
        </p:txBody>
      </p:sp>
      <p:sp>
        <p:nvSpPr>
          <p:cNvPr id="265" name="Flecha: a la derecha 7"/>
          <p:cNvSpPr/>
          <p:nvPr/>
        </p:nvSpPr>
        <p:spPr>
          <a:xfrm>
            <a:off x="4242600" y="1941840"/>
            <a:ext cx="446040" cy="186480"/>
          </a:xfrm>
          <a:prstGeom prst="rightArrow">
            <a:avLst>
              <a:gd name="adj1" fmla="val 50000"/>
              <a:gd name="adj2" fmla="val 50000"/>
            </a:avLst>
          </a:prstGeom>
          <a:solidFill>
            <a:srgbClr val="c00000"/>
          </a:solidFill>
          <a:ln w="12600">
            <a:solidFill>
              <a:srgbClr val="c00000"/>
            </a:solidFill>
            <a:miter/>
          </a:ln>
        </p:spPr>
        <p:style>
          <a:lnRef idx="0"/>
          <a:fillRef idx="0"/>
          <a:effectRef idx="0"/>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266" name="CuadroTexto 36"/>
          <p:cNvSpPr/>
          <p:nvPr/>
        </p:nvSpPr>
        <p:spPr>
          <a:xfrm>
            <a:off x="544680" y="5967360"/>
            <a:ext cx="1569600" cy="3945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s-ES" sz="2000" spc="-1" strike="noStrike">
                <a:solidFill>
                  <a:schemeClr val="dk1"/>
                </a:solidFill>
                <a:latin typeface="Calibri"/>
                <a:ea typeface="DejaVu Sans"/>
              </a:rPr>
              <a:t>ult_menu.sql</a:t>
            </a:r>
            <a:endParaRPr b="0" lang="es-ES" sz="2000" spc="-1" strike="noStrike">
              <a:solidFill>
                <a:srgbClr val="000000"/>
              </a:solidFill>
              <a:latin typeface="Arial"/>
            </a:endParaRPr>
          </a:p>
        </p:txBody>
      </p:sp>
      <p:pic>
        <p:nvPicPr>
          <p:cNvPr id="267" name="Imagen 12" descr=""/>
          <p:cNvPicPr/>
          <p:nvPr/>
        </p:nvPicPr>
        <p:blipFill>
          <a:blip r:embed="rId1"/>
          <a:stretch/>
        </p:blipFill>
        <p:spPr>
          <a:xfrm>
            <a:off x="522720" y="4434120"/>
            <a:ext cx="1584000" cy="1584360"/>
          </a:xfrm>
          <a:prstGeom prst="rect">
            <a:avLst/>
          </a:prstGeom>
          <a:ln w="0">
            <a:noFill/>
          </a:ln>
        </p:spPr>
      </p:pic>
      <p:pic>
        <p:nvPicPr>
          <p:cNvPr id="268" name="" descr=""/>
          <p:cNvPicPr/>
          <p:nvPr/>
        </p:nvPicPr>
        <p:blipFill>
          <a:blip r:embed="rId2"/>
          <a:stretch/>
        </p:blipFill>
        <p:spPr>
          <a:xfrm>
            <a:off x="1387080" y="1379520"/>
            <a:ext cx="2629080" cy="1340280"/>
          </a:xfrm>
          <a:prstGeom prst="rect">
            <a:avLst/>
          </a:prstGeom>
          <a:ln w="0">
            <a:solidFill>
              <a:srgbClr val="7f7f7f"/>
            </a:solidFill>
            <a:prstDash val="sysDot"/>
          </a:ln>
        </p:spPr>
      </p:pic>
      <p:pic>
        <p:nvPicPr>
          <p:cNvPr id="269" name="" descr=""/>
          <p:cNvPicPr/>
          <p:nvPr/>
        </p:nvPicPr>
        <p:blipFill>
          <a:blip r:embed="rId3"/>
          <a:stretch/>
        </p:blipFill>
        <p:spPr>
          <a:xfrm>
            <a:off x="8253000" y="1282320"/>
            <a:ext cx="2657880" cy="1492560"/>
          </a:xfrm>
          <a:prstGeom prst="rect">
            <a:avLst/>
          </a:prstGeom>
          <a:ln w="0">
            <a:noFill/>
          </a:ln>
        </p:spPr>
      </p:pic>
      <p:pic>
        <p:nvPicPr>
          <p:cNvPr id="270" name="" descr=""/>
          <p:cNvPicPr/>
          <p:nvPr/>
        </p:nvPicPr>
        <p:blipFill>
          <a:blip r:embed="rId4"/>
          <a:stretch/>
        </p:blipFill>
        <p:spPr>
          <a:xfrm>
            <a:off x="4799880" y="1300320"/>
            <a:ext cx="2712600" cy="1490400"/>
          </a:xfrm>
          <a:prstGeom prst="rect">
            <a:avLst/>
          </a:prstGeom>
          <a:ln w="0">
            <a:noFill/>
          </a:ln>
        </p:spPr>
      </p:pic>
      <p:sp>
        <p:nvSpPr>
          <p:cNvPr id="271" name="Flecha: a la derecha 5"/>
          <p:cNvSpPr/>
          <p:nvPr/>
        </p:nvSpPr>
        <p:spPr>
          <a:xfrm rot="10800000">
            <a:off x="7642080" y="1633320"/>
            <a:ext cx="446400" cy="186120"/>
          </a:xfrm>
          <a:prstGeom prst="rightArrow">
            <a:avLst>
              <a:gd name="adj1" fmla="val 50000"/>
              <a:gd name="adj2" fmla="val 50000"/>
            </a:avLst>
          </a:prstGeom>
          <a:solidFill>
            <a:srgbClr val="c00000"/>
          </a:solidFill>
          <a:ln w="12600">
            <a:solidFill>
              <a:srgbClr val="c00000"/>
            </a:solidFill>
            <a:miter/>
          </a:ln>
        </p:spPr>
        <p:style>
          <a:lnRef idx="0"/>
          <a:fillRef idx="0"/>
          <a:effectRef idx="0"/>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272" name="Flecha: a la derecha 9"/>
          <p:cNvSpPr/>
          <p:nvPr/>
        </p:nvSpPr>
        <p:spPr>
          <a:xfrm>
            <a:off x="7678440" y="1941840"/>
            <a:ext cx="446400" cy="186480"/>
          </a:xfrm>
          <a:prstGeom prst="rightArrow">
            <a:avLst>
              <a:gd name="adj1" fmla="val 50000"/>
              <a:gd name="adj2" fmla="val 50000"/>
            </a:avLst>
          </a:prstGeom>
          <a:solidFill>
            <a:srgbClr val="c00000"/>
          </a:solidFill>
          <a:ln w="12600">
            <a:solidFill>
              <a:srgbClr val="c00000"/>
            </a:solidFill>
            <a:miter/>
          </a:ln>
        </p:spPr>
        <p:style>
          <a:lnRef idx="0"/>
          <a:fillRef idx="0"/>
          <a:effectRef idx="0"/>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grpSp>
        <p:nvGrpSpPr>
          <p:cNvPr id="273" name="Grupo 2"/>
          <p:cNvGrpSpPr/>
          <p:nvPr/>
        </p:nvGrpSpPr>
        <p:grpSpPr>
          <a:xfrm>
            <a:off x="1137240" y="1080000"/>
            <a:ext cx="9964080" cy="2261160"/>
            <a:chOff x="1137240" y="1080000"/>
            <a:chExt cx="9964080" cy="2261160"/>
          </a:xfrm>
        </p:grpSpPr>
        <p:sp>
          <p:nvSpPr>
            <p:cNvPr id="274" name="Rectángulo: esquinas redondeadas 1"/>
            <p:cNvSpPr/>
            <p:nvPr/>
          </p:nvSpPr>
          <p:spPr>
            <a:xfrm>
              <a:off x="1137240" y="1080000"/>
              <a:ext cx="9964080" cy="2261160"/>
            </a:xfrm>
            <a:prstGeom prst="roundRect">
              <a:avLst>
                <a:gd name="adj" fmla="val 16667"/>
              </a:avLst>
            </a:prstGeom>
            <a:noFill/>
            <a:ln w="54000">
              <a:solidFill>
                <a:srgbClr val="000000"/>
              </a:solidFill>
              <a:miter/>
            </a:ln>
          </p:spPr>
          <p:style>
            <a:lnRef idx="0"/>
            <a:fillRef idx="0"/>
            <a:effectRef idx="0"/>
            <a:fontRef idx="minor"/>
          </p:style>
          <p:txBody>
            <a:bodyPr lIns="88560" rIns="88560" tIns="43560" bIns="43560" anchor="t">
              <a:noAutofit/>
            </a:bodyPr>
            <a:p>
              <a:pPr>
                <a:lnSpc>
                  <a:spcPct val="100000"/>
                </a:lnSpc>
              </a:pPr>
              <a:endParaRPr b="0" lang="es-ES" sz="1800" spc="-1" strike="noStrike">
                <a:solidFill>
                  <a:srgbClr val="000000"/>
                </a:solidFill>
                <a:latin typeface="Arial"/>
                <a:ea typeface="DejaVu Sans"/>
              </a:endParaRPr>
            </a:p>
          </p:txBody>
        </p:sp>
      </p:grpSp>
      <p:grpSp>
        <p:nvGrpSpPr>
          <p:cNvPr id="275" name="Grupo 3"/>
          <p:cNvGrpSpPr/>
          <p:nvPr/>
        </p:nvGrpSpPr>
        <p:grpSpPr>
          <a:xfrm>
            <a:off x="360000" y="4173840"/>
            <a:ext cx="11443320" cy="2301480"/>
            <a:chOff x="360000" y="4173840"/>
            <a:chExt cx="11443320" cy="2301480"/>
          </a:xfrm>
        </p:grpSpPr>
        <p:sp>
          <p:nvSpPr>
            <p:cNvPr id="276" name="Rectángulo: esquinas redondeadas 4"/>
            <p:cNvSpPr/>
            <p:nvPr/>
          </p:nvSpPr>
          <p:spPr>
            <a:xfrm>
              <a:off x="360000" y="4173840"/>
              <a:ext cx="11443320" cy="2301480"/>
            </a:xfrm>
            <a:prstGeom prst="roundRect">
              <a:avLst>
                <a:gd name="adj" fmla="val 16667"/>
              </a:avLst>
            </a:prstGeom>
            <a:noFill/>
            <a:ln w="54000">
              <a:solidFill>
                <a:srgbClr val="000000"/>
              </a:solidFill>
              <a:miter/>
            </a:ln>
          </p:spPr>
          <p:style>
            <a:lnRef idx="0"/>
            <a:fillRef idx="0"/>
            <a:effectRef idx="0"/>
            <a:fontRef idx="minor"/>
          </p:style>
          <p:txBody>
            <a:bodyPr lIns="88560" rIns="88560" tIns="43560" bIns="43560" anchor="t">
              <a:noAutofit/>
            </a:bodyPr>
            <a:p>
              <a:pPr>
                <a:lnSpc>
                  <a:spcPct val="100000"/>
                </a:lnSpc>
              </a:pPr>
              <a:endParaRPr b="0" lang="es-ES" sz="1800" spc="-1" strike="noStrike">
                <a:solidFill>
                  <a:srgbClr val="000000"/>
                </a:solidFill>
                <a:latin typeface="Arial"/>
                <a:ea typeface="DejaVu Sans"/>
              </a:endParaRPr>
            </a:p>
          </p:txBody>
        </p:sp>
      </p:grpSp>
      <p:sp>
        <p:nvSpPr>
          <p:cNvPr id="277" name="CuadroTexto 33"/>
          <p:cNvSpPr/>
          <p:nvPr/>
        </p:nvSpPr>
        <p:spPr>
          <a:xfrm>
            <a:off x="7984440" y="3584880"/>
            <a:ext cx="1444680" cy="3945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s-ES" sz="2000" spc="-1" strike="noStrike">
                <a:solidFill>
                  <a:schemeClr val="dk1"/>
                </a:solidFill>
                <a:latin typeface="Calibri"/>
                <a:ea typeface="DejaVu Sans"/>
              </a:rPr>
              <a:t>http API call</a:t>
            </a:r>
            <a:endParaRPr b="0" lang="es-ES" sz="2000" spc="-1" strike="noStrike">
              <a:solidFill>
                <a:srgbClr val="000000"/>
              </a:solidFill>
              <a:latin typeface="Arial"/>
            </a:endParaRPr>
          </a:p>
        </p:txBody>
      </p:sp>
      <p:pic>
        <p:nvPicPr>
          <p:cNvPr id="278" name="" descr=""/>
          <p:cNvPicPr/>
          <p:nvPr/>
        </p:nvPicPr>
        <p:blipFill>
          <a:blip r:embed="rId5"/>
          <a:stretch/>
        </p:blipFill>
        <p:spPr>
          <a:xfrm>
            <a:off x="9012960" y="4473360"/>
            <a:ext cx="2610360" cy="1490760"/>
          </a:xfrm>
          <a:prstGeom prst="rect">
            <a:avLst/>
          </a:prstGeom>
          <a:ln w="0">
            <a:noFill/>
          </a:ln>
        </p:spPr>
      </p:pic>
      <p:sp>
        <p:nvSpPr>
          <p:cNvPr id="279" name="CuadroTexto 37"/>
          <p:cNvSpPr/>
          <p:nvPr/>
        </p:nvSpPr>
        <p:spPr>
          <a:xfrm>
            <a:off x="9796320" y="5967360"/>
            <a:ext cx="1168560" cy="3945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s-ES" sz="2000" spc="-1" strike="noStrike">
                <a:solidFill>
                  <a:schemeClr val="dk1"/>
                </a:solidFill>
                <a:latin typeface="Calibri"/>
                <a:ea typeface="DejaVu Sans"/>
              </a:rPr>
              <a:t>vista.java</a:t>
            </a:r>
            <a:endParaRPr b="0" lang="es-ES" sz="2000" spc="-1" strike="noStrike">
              <a:solidFill>
                <a:srgbClr val="000000"/>
              </a:solidFill>
              <a:latin typeface="Arial"/>
            </a:endParaRPr>
          </a:p>
        </p:txBody>
      </p:sp>
      <p:pic>
        <p:nvPicPr>
          <p:cNvPr id="280" name="" descr=""/>
          <p:cNvPicPr/>
          <p:nvPr/>
        </p:nvPicPr>
        <p:blipFill>
          <a:blip r:embed="rId6"/>
          <a:stretch/>
        </p:blipFill>
        <p:spPr>
          <a:xfrm>
            <a:off x="2592720" y="4465800"/>
            <a:ext cx="2442600" cy="1492560"/>
          </a:xfrm>
          <a:prstGeom prst="rect">
            <a:avLst/>
          </a:prstGeom>
          <a:ln w="0">
            <a:noFill/>
          </a:ln>
        </p:spPr>
      </p:pic>
      <p:sp>
        <p:nvSpPr>
          <p:cNvPr id="281" name=""/>
          <p:cNvSpPr/>
          <p:nvPr/>
        </p:nvSpPr>
        <p:spPr>
          <a:xfrm>
            <a:off x="5764680" y="4466160"/>
            <a:ext cx="2546640" cy="1492560"/>
          </a:xfrm>
          <a:prstGeom prst="rect">
            <a:avLst/>
          </a:prstGeom>
          <a:blipFill rotWithShape="0">
            <a:blip r:embed="rId7"/>
            <a:srcRect/>
            <a:stretch/>
          </a:blipFill>
          <a:ln w="0">
            <a:noFill/>
          </a:ln>
        </p:spPr>
        <p:style>
          <a:lnRef idx="0"/>
          <a:fillRef idx="0"/>
          <a:effectRef idx="0"/>
          <a:fontRef idx="minor"/>
        </p:style>
        <p:txBody>
          <a:bodyPr lIns="90000" rIns="90000" tIns="45000" bIns="45000" anchor="ctr" anchorCtr="1">
            <a:noAutofit/>
          </a:bodyPr>
          <a:p>
            <a:pPr algn="ctr">
              <a:lnSpc>
                <a:spcPct val="100000"/>
              </a:lnSpc>
            </a:pPr>
            <a:r>
              <a:rPr b="0" lang="es-ES" sz="1800" spc="-1" strike="noStrike">
                <a:solidFill>
                  <a:srgbClr val="000000"/>
                </a:solidFill>
                <a:latin typeface="Arial"/>
                <a:ea typeface="DejaVu Sans"/>
              </a:rPr>
              <a:t>v</a:t>
            </a:r>
            <a:endParaRPr b="0" lang="es-ES" sz="1800" spc="-1" strike="noStrike">
              <a:solidFill>
                <a:srgbClr val="000000"/>
              </a:solidFill>
              <a:latin typeface="Arial"/>
            </a:endParaRPr>
          </a:p>
        </p:txBody>
      </p:sp>
      <p:sp>
        <p:nvSpPr>
          <p:cNvPr id="282" name="CuadroTexto 38"/>
          <p:cNvSpPr/>
          <p:nvPr/>
        </p:nvSpPr>
        <p:spPr>
          <a:xfrm>
            <a:off x="6108480" y="5982480"/>
            <a:ext cx="1894320" cy="3945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s-ES" sz="2000" spc="-1" strike="noStrike">
                <a:solidFill>
                  <a:schemeClr val="dk1"/>
                </a:solidFill>
                <a:latin typeface="Calibri"/>
                <a:ea typeface="DejaVu Sans"/>
              </a:rPr>
              <a:t>controlador.java</a:t>
            </a:r>
            <a:endParaRPr b="0" lang="es-ES" sz="2000" spc="-1" strike="noStrike">
              <a:solidFill>
                <a:srgbClr val="000000"/>
              </a:solidFill>
              <a:latin typeface="Arial"/>
            </a:endParaRPr>
          </a:p>
        </p:txBody>
      </p:sp>
      <p:sp>
        <p:nvSpPr>
          <p:cNvPr id="283" name="CuadroTexto 39"/>
          <p:cNvSpPr/>
          <p:nvPr/>
        </p:nvSpPr>
        <p:spPr>
          <a:xfrm>
            <a:off x="3119040" y="5998320"/>
            <a:ext cx="1484280" cy="3945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s-ES" sz="2000" spc="-1" strike="noStrike">
                <a:solidFill>
                  <a:schemeClr val="dk1"/>
                </a:solidFill>
                <a:latin typeface="Calibri"/>
                <a:ea typeface="DejaVu Sans"/>
              </a:rPr>
              <a:t>modelo.java</a:t>
            </a:r>
            <a:endParaRPr b="0" lang="es-ES" sz="2000" spc="-1" strike="noStrike">
              <a:solidFill>
                <a:srgbClr val="000000"/>
              </a:solidFill>
              <a:latin typeface="Arial"/>
            </a:endParaRPr>
          </a:p>
        </p:txBody>
      </p:sp>
      <p:sp>
        <p:nvSpPr>
          <p:cNvPr id="284" name="Flecha: a la derecha 8"/>
          <p:cNvSpPr/>
          <p:nvPr/>
        </p:nvSpPr>
        <p:spPr>
          <a:xfrm rot="10800000">
            <a:off x="1974960" y="4981320"/>
            <a:ext cx="446040" cy="186120"/>
          </a:xfrm>
          <a:prstGeom prst="rightArrow">
            <a:avLst>
              <a:gd name="adj1" fmla="val 50000"/>
              <a:gd name="adj2" fmla="val 50000"/>
            </a:avLst>
          </a:prstGeom>
          <a:solidFill>
            <a:srgbClr val="c00000"/>
          </a:solidFill>
          <a:ln w="12600">
            <a:solidFill>
              <a:srgbClr val="c00000"/>
            </a:solidFill>
            <a:miter/>
          </a:ln>
        </p:spPr>
        <p:style>
          <a:lnRef idx="0"/>
          <a:fillRef idx="0"/>
          <a:effectRef idx="0"/>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285" name="Flecha: a la derecha 10"/>
          <p:cNvSpPr/>
          <p:nvPr/>
        </p:nvSpPr>
        <p:spPr>
          <a:xfrm>
            <a:off x="2010960" y="5289840"/>
            <a:ext cx="446040" cy="186480"/>
          </a:xfrm>
          <a:prstGeom prst="rightArrow">
            <a:avLst>
              <a:gd name="adj1" fmla="val 50000"/>
              <a:gd name="adj2" fmla="val 50000"/>
            </a:avLst>
          </a:prstGeom>
          <a:solidFill>
            <a:srgbClr val="c00000"/>
          </a:solidFill>
          <a:ln w="12600">
            <a:solidFill>
              <a:srgbClr val="c00000"/>
            </a:solidFill>
            <a:miter/>
          </a:ln>
        </p:spPr>
        <p:style>
          <a:lnRef idx="0"/>
          <a:fillRef idx="0"/>
          <a:effectRef idx="0"/>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286" name="Flecha: a la derecha 11"/>
          <p:cNvSpPr/>
          <p:nvPr/>
        </p:nvSpPr>
        <p:spPr>
          <a:xfrm rot="10800000">
            <a:off x="5152680" y="4900320"/>
            <a:ext cx="446400" cy="186120"/>
          </a:xfrm>
          <a:prstGeom prst="rightArrow">
            <a:avLst>
              <a:gd name="adj1" fmla="val 50000"/>
              <a:gd name="adj2" fmla="val 50000"/>
            </a:avLst>
          </a:prstGeom>
          <a:solidFill>
            <a:srgbClr val="c00000"/>
          </a:solidFill>
          <a:ln w="12600">
            <a:solidFill>
              <a:srgbClr val="c00000"/>
            </a:solidFill>
            <a:miter/>
          </a:ln>
        </p:spPr>
        <p:style>
          <a:lnRef idx="0"/>
          <a:fillRef idx="0"/>
          <a:effectRef idx="0"/>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287" name="Flecha: a la derecha 12"/>
          <p:cNvSpPr/>
          <p:nvPr/>
        </p:nvSpPr>
        <p:spPr>
          <a:xfrm>
            <a:off x="5189040" y="5208840"/>
            <a:ext cx="446400" cy="186480"/>
          </a:xfrm>
          <a:prstGeom prst="rightArrow">
            <a:avLst>
              <a:gd name="adj1" fmla="val 50000"/>
              <a:gd name="adj2" fmla="val 50000"/>
            </a:avLst>
          </a:prstGeom>
          <a:solidFill>
            <a:srgbClr val="c00000"/>
          </a:solidFill>
          <a:ln w="12600">
            <a:solidFill>
              <a:srgbClr val="c00000"/>
            </a:solidFill>
            <a:miter/>
          </a:ln>
        </p:spPr>
        <p:style>
          <a:lnRef idx="0"/>
          <a:fillRef idx="0"/>
          <a:effectRef idx="0"/>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288" name="Flecha: a la derecha 13"/>
          <p:cNvSpPr/>
          <p:nvPr/>
        </p:nvSpPr>
        <p:spPr>
          <a:xfrm rot="10800000">
            <a:off x="8428680" y="4900320"/>
            <a:ext cx="446400" cy="186120"/>
          </a:xfrm>
          <a:prstGeom prst="rightArrow">
            <a:avLst>
              <a:gd name="adj1" fmla="val 50000"/>
              <a:gd name="adj2" fmla="val 50000"/>
            </a:avLst>
          </a:prstGeom>
          <a:solidFill>
            <a:srgbClr val="c00000"/>
          </a:solidFill>
          <a:ln w="12600">
            <a:solidFill>
              <a:srgbClr val="c00000"/>
            </a:solidFill>
            <a:miter/>
          </a:ln>
        </p:spPr>
        <p:style>
          <a:lnRef idx="0"/>
          <a:fillRef idx="0"/>
          <a:effectRef idx="0"/>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289" name="Flecha: a la derecha 14"/>
          <p:cNvSpPr/>
          <p:nvPr/>
        </p:nvSpPr>
        <p:spPr>
          <a:xfrm>
            <a:off x="8465040" y="5208840"/>
            <a:ext cx="446400" cy="186480"/>
          </a:xfrm>
          <a:prstGeom prst="rightArrow">
            <a:avLst>
              <a:gd name="adj1" fmla="val 50000"/>
              <a:gd name="adj2" fmla="val 50000"/>
            </a:avLst>
          </a:prstGeom>
          <a:solidFill>
            <a:srgbClr val="c00000"/>
          </a:solidFill>
          <a:ln w="12600">
            <a:solidFill>
              <a:srgbClr val="c00000"/>
            </a:solidFill>
            <a:miter/>
          </a:ln>
        </p:spPr>
        <p:style>
          <a:lnRef idx="0"/>
          <a:fillRef idx="0"/>
          <a:effectRef idx="0"/>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290" name="Flecha: hacia abajo 1"/>
          <p:cNvSpPr/>
          <p:nvPr/>
        </p:nvSpPr>
        <p:spPr>
          <a:xfrm rot="10786200">
            <a:off x="10029240" y="3474000"/>
            <a:ext cx="241200" cy="608760"/>
          </a:xfrm>
          <a:prstGeom prst="downArrow">
            <a:avLst>
              <a:gd name="adj1" fmla="val 50000"/>
              <a:gd name="adj2" fmla="val 50000"/>
            </a:avLst>
          </a:prstGeom>
          <a:solidFill>
            <a:srgbClr val="c00000"/>
          </a:solidFill>
          <a:ln w="12600">
            <a:solidFill>
              <a:srgbClr val="c00000"/>
            </a:solidFill>
            <a:miter/>
          </a:ln>
        </p:spPr>
        <p:style>
          <a:lnRef idx="0"/>
          <a:fillRef idx="0"/>
          <a:effectRef idx="0"/>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Rectángulo 16"/>
          <p:cNvSpPr/>
          <p:nvPr/>
        </p:nvSpPr>
        <p:spPr>
          <a:xfrm>
            <a:off x="0" y="0"/>
            <a:ext cx="12186360" cy="660960"/>
          </a:xfrm>
          <a:prstGeom prst="rect">
            <a:avLst/>
          </a:prstGeom>
          <a:solidFill>
            <a:srgbClr val="c00000"/>
          </a:solidFill>
          <a:ln w="0">
            <a:noFill/>
          </a:ln>
        </p:spPr>
        <p:style>
          <a:lnRef idx="0"/>
          <a:fillRef idx="0"/>
          <a:effectRef idx="0"/>
          <a:fontRef idx="minor"/>
        </p:style>
        <p:txBody>
          <a:bodyPr lIns="90000" rIns="90000" tIns="45000" bIns="45000" anchor="t">
            <a:spAutoFit/>
          </a:bodyPr>
          <a:p>
            <a:pPr algn="ctr" defTabSz="914400">
              <a:lnSpc>
                <a:spcPct val="150000"/>
              </a:lnSpc>
              <a:spcAft>
                <a:spcPts val="601"/>
              </a:spcAft>
            </a:pPr>
            <a:r>
              <a:rPr b="0" lang="es-ES" sz="2500" spc="-1" strike="noStrike">
                <a:solidFill>
                  <a:schemeClr val="lt1"/>
                </a:solidFill>
                <a:latin typeface="Arial"/>
                <a:ea typeface="MS Gothic"/>
              </a:rPr>
              <a:t>DISTRIBUCIÓN FÍSICA DEL SISTEMA</a:t>
            </a:r>
            <a:endParaRPr b="0" lang="es-ES" sz="2500" spc="-1" strike="noStrike">
              <a:solidFill>
                <a:srgbClr val="ffffff"/>
              </a:solidFill>
              <a:latin typeface="Arial"/>
            </a:endParaRPr>
          </a:p>
        </p:txBody>
      </p:sp>
      <p:sp>
        <p:nvSpPr>
          <p:cNvPr id="292" name="Flecha: a la derecha 3"/>
          <p:cNvSpPr/>
          <p:nvPr/>
        </p:nvSpPr>
        <p:spPr>
          <a:xfrm>
            <a:off x="3288240" y="2155680"/>
            <a:ext cx="4612680" cy="335160"/>
          </a:xfrm>
          <a:prstGeom prst="rightArrow">
            <a:avLst>
              <a:gd name="adj1" fmla="val 50000"/>
              <a:gd name="adj2" fmla="val 50000"/>
            </a:avLst>
          </a:prstGeom>
          <a:solidFill>
            <a:srgbClr val="c00000"/>
          </a:solidFill>
          <a:ln w="12600">
            <a:solidFill>
              <a:srgbClr val="c00000"/>
            </a:solidFill>
            <a:miter/>
          </a:ln>
        </p:spPr>
        <p:style>
          <a:lnRef idx="0"/>
          <a:fillRef idx="0"/>
          <a:effectRef idx="0"/>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293" name="CuadroTexto 22"/>
          <p:cNvSpPr/>
          <p:nvPr/>
        </p:nvSpPr>
        <p:spPr>
          <a:xfrm>
            <a:off x="613800" y="990360"/>
            <a:ext cx="2957760" cy="4554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s-ES" sz="2400" spc="-1" strike="noStrike">
                <a:solidFill>
                  <a:schemeClr val="dk1"/>
                </a:solidFill>
                <a:latin typeface="Calibri"/>
                <a:ea typeface="DejaVu Sans"/>
              </a:rPr>
              <a:t>SERVIDOR (Web y BD)</a:t>
            </a:r>
            <a:endParaRPr b="0" lang="es-ES" sz="2400" spc="-1" strike="noStrike">
              <a:solidFill>
                <a:srgbClr val="000000"/>
              </a:solidFill>
              <a:latin typeface="Arial"/>
            </a:endParaRPr>
          </a:p>
        </p:txBody>
      </p:sp>
      <p:sp>
        <p:nvSpPr>
          <p:cNvPr id="294" name="CuadroTexto 28"/>
          <p:cNvSpPr/>
          <p:nvPr/>
        </p:nvSpPr>
        <p:spPr>
          <a:xfrm>
            <a:off x="8810280" y="990360"/>
            <a:ext cx="1199160" cy="4554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s-ES" sz="2400" spc="-1" strike="noStrike">
                <a:solidFill>
                  <a:schemeClr val="dk1"/>
                </a:solidFill>
                <a:latin typeface="Calibri"/>
                <a:ea typeface="DejaVu Sans"/>
              </a:rPr>
              <a:t>CLIENTE</a:t>
            </a:r>
            <a:endParaRPr b="0" lang="es-ES" sz="2400" spc="-1" strike="noStrike">
              <a:solidFill>
                <a:srgbClr val="000000"/>
              </a:solidFill>
              <a:latin typeface="Arial"/>
            </a:endParaRPr>
          </a:p>
        </p:txBody>
      </p:sp>
      <p:sp>
        <p:nvSpPr>
          <p:cNvPr id="295" name="CuadroTexto 29"/>
          <p:cNvSpPr/>
          <p:nvPr/>
        </p:nvSpPr>
        <p:spPr>
          <a:xfrm>
            <a:off x="8601840" y="4636440"/>
            <a:ext cx="1712880" cy="4554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s-ES" sz="2400" spc="-1" strike="noStrike">
                <a:solidFill>
                  <a:schemeClr val="dk1"/>
                </a:solidFill>
                <a:latin typeface="Calibri"/>
                <a:ea typeface="DejaVu Sans"/>
              </a:rPr>
              <a:t>IMPRESORA</a:t>
            </a:r>
            <a:endParaRPr b="0" lang="es-ES" sz="2400" spc="-1" strike="noStrike">
              <a:solidFill>
                <a:srgbClr val="000000"/>
              </a:solidFill>
              <a:latin typeface="Arial"/>
            </a:endParaRPr>
          </a:p>
        </p:txBody>
      </p:sp>
      <p:sp>
        <p:nvSpPr>
          <p:cNvPr id="296" name="Flecha: a la derecha 4"/>
          <p:cNvSpPr/>
          <p:nvPr/>
        </p:nvSpPr>
        <p:spPr>
          <a:xfrm rot="5400000">
            <a:off x="8912880" y="3801240"/>
            <a:ext cx="1001160" cy="337680"/>
          </a:xfrm>
          <a:prstGeom prst="rightArrow">
            <a:avLst>
              <a:gd name="adj1" fmla="val 50000"/>
              <a:gd name="adj2" fmla="val 50000"/>
            </a:avLst>
          </a:prstGeom>
          <a:solidFill>
            <a:srgbClr val="c00000"/>
          </a:solidFill>
          <a:ln w="12600">
            <a:solidFill>
              <a:srgbClr val="c00000"/>
            </a:solidFill>
            <a:miter/>
          </a:ln>
        </p:spPr>
        <p:style>
          <a:lnRef idx="0"/>
          <a:fillRef idx="0"/>
          <a:effectRef idx="0"/>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pic>
        <p:nvPicPr>
          <p:cNvPr id="297" name="Imagen 2" descr=""/>
          <p:cNvPicPr/>
          <p:nvPr/>
        </p:nvPicPr>
        <p:blipFill>
          <a:blip r:embed="rId1"/>
          <a:stretch/>
        </p:blipFill>
        <p:spPr>
          <a:xfrm>
            <a:off x="980280" y="1505160"/>
            <a:ext cx="1635840" cy="1635840"/>
          </a:xfrm>
          <a:prstGeom prst="rect">
            <a:avLst/>
          </a:prstGeom>
          <a:ln w="0">
            <a:noFill/>
          </a:ln>
        </p:spPr>
      </p:pic>
      <p:pic>
        <p:nvPicPr>
          <p:cNvPr id="298" name="Imagen 5" descr=""/>
          <p:cNvPicPr/>
          <p:nvPr/>
        </p:nvPicPr>
        <p:blipFill>
          <a:blip r:embed="rId2"/>
          <a:stretch/>
        </p:blipFill>
        <p:spPr>
          <a:xfrm>
            <a:off x="8573040" y="1446840"/>
            <a:ext cx="1981800" cy="1981800"/>
          </a:xfrm>
          <a:prstGeom prst="rect">
            <a:avLst/>
          </a:prstGeom>
          <a:ln w="0">
            <a:noFill/>
          </a:ln>
        </p:spPr>
      </p:pic>
      <p:pic>
        <p:nvPicPr>
          <p:cNvPr id="299" name="Imagen 7" descr=""/>
          <p:cNvPicPr/>
          <p:nvPr/>
        </p:nvPicPr>
        <p:blipFill>
          <a:blip r:embed="rId3"/>
          <a:stretch/>
        </p:blipFill>
        <p:spPr>
          <a:xfrm>
            <a:off x="8777880" y="5234760"/>
            <a:ext cx="1260000" cy="1260000"/>
          </a:xfrm>
          <a:prstGeom prst="rect">
            <a:avLst/>
          </a:prstGeom>
          <a:ln w="0">
            <a:noFill/>
          </a:ln>
        </p:spPr>
      </p:pic>
      <p:pic>
        <p:nvPicPr>
          <p:cNvPr id="300" name="" descr=""/>
          <p:cNvPicPr/>
          <p:nvPr/>
        </p:nvPicPr>
        <p:blipFill>
          <a:blip r:embed="rId4"/>
          <a:stretch/>
        </p:blipFill>
        <p:spPr>
          <a:xfrm>
            <a:off x="3104640" y="4753440"/>
            <a:ext cx="1785960" cy="1785960"/>
          </a:xfrm>
          <a:prstGeom prst="rect">
            <a:avLst/>
          </a:prstGeom>
          <a:ln w="0">
            <a:noFill/>
          </a:ln>
        </p:spPr>
      </p:pic>
      <p:sp>
        <p:nvSpPr>
          <p:cNvPr id="301" name="CuadroTexto 30"/>
          <p:cNvSpPr/>
          <p:nvPr/>
        </p:nvSpPr>
        <p:spPr>
          <a:xfrm>
            <a:off x="3400920" y="4152600"/>
            <a:ext cx="1199160" cy="4554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s-ES" sz="2400" spc="-1" strike="noStrike">
                <a:solidFill>
                  <a:schemeClr val="dk1"/>
                </a:solidFill>
                <a:latin typeface="Calibri"/>
                <a:ea typeface="DejaVu Sans"/>
              </a:rPr>
              <a:t>CLIENTE</a:t>
            </a:r>
            <a:endParaRPr b="0" lang="es-ES" sz="2400" spc="-1" strike="noStrike">
              <a:solidFill>
                <a:srgbClr val="000000"/>
              </a:solidFill>
              <a:latin typeface="Arial"/>
            </a:endParaRPr>
          </a:p>
        </p:txBody>
      </p:sp>
      <p:sp>
        <p:nvSpPr>
          <p:cNvPr id="302" name="Flecha: a la derecha 1"/>
          <p:cNvSpPr/>
          <p:nvPr/>
        </p:nvSpPr>
        <p:spPr>
          <a:xfrm rot="3184200">
            <a:off x="1695600" y="3930840"/>
            <a:ext cx="1993320" cy="335160"/>
          </a:xfrm>
          <a:prstGeom prst="rightArrow">
            <a:avLst>
              <a:gd name="adj1" fmla="val 50000"/>
              <a:gd name="adj2" fmla="val 50000"/>
            </a:avLst>
          </a:prstGeom>
          <a:solidFill>
            <a:srgbClr val="c00000"/>
          </a:solidFill>
          <a:ln w="12600">
            <a:solidFill>
              <a:srgbClr val="c00000"/>
            </a:solidFill>
            <a:miter/>
          </a:ln>
        </p:spPr>
        <p:style>
          <a:lnRef idx="0"/>
          <a:fillRef idx="0"/>
          <a:effectRef idx="0"/>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303" name="Flecha: a la derecha 2"/>
          <p:cNvSpPr/>
          <p:nvPr/>
        </p:nvSpPr>
        <p:spPr>
          <a:xfrm>
            <a:off x="4752000" y="5580000"/>
            <a:ext cx="3676680" cy="335160"/>
          </a:xfrm>
          <a:prstGeom prst="rightArrow">
            <a:avLst>
              <a:gd name="adj1" fmla="val 50000"/>
              <a:gd name="adj2" fmla="val 50000"/>
            </a:avLst>
          </a:prstGeom>
          <a:solidFill>
            <a:srgbClr val="c00000"/>
          </a:solidFill>
          <a:ln w="12600">
            <a:solidFill>
              <a:srgbClr val="c00000"/>
            </a:solidFill>
            <a:miter/>
          </a:ln>
        </p:spPr>
        <p:style>
          <a:lnRef idx="0"/>
          <a:fillRef idx="0"/>
          <a:effectRef idx="0"/>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304" name="CuadroTexto 42"/>
          <p:cNvSpPr/>
          <p:nvPr/>
        </p:nvSpPr>
        <p:spPr>
          <a:xfrm>
            <a:off x="5157720" y="1764000"/>
            <a:ext cx="774000" cy="3945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s-ES" sz="2000" spc="-1" strike="noStrike">
                <a:solidFill>
                  <a:schemeClr val="dk1"/>
                </a:solidFill>
                <a:latin typeface="Calibri"/>
                <a:ea typeface="DejaVu Sans"/>
              </a:rPr>
              <a:t>https </a:t>
            </a:r>
            <a:endParaRPr b="0" lang="es-ES" sz="2000" spc="-1" strike="noStrike">
              <a:solidFill>
                <a:srgbClr val="000000"/>
              </a:solidFill>
              <a:latin typeface="Arial"/>
            </a:endParaRPr>
          </a:p>
        </p:txBody>
      </p:sp>
      <p:sp>
        <p:nvSpPr>
          <p:cNvPr id="305" name="CuadroTexto 43"/>
          <p:cNvSpPr/>
          <p:nvPr/>
        </p:nvSpPr>
        <p:spPr>
          <a:xfrm>
            <a:off x="1773720" y="4032000"/>
            <a:ext cx="774000" cy="3945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s-ES" sz="2000" spc="-1" strike="noStrike">
                <a:solidFill>
                  <a:schemeClr val="dk1"/>
                </a:solidFill>
                <a:latin typeface="Calibri"/>
                <a:ea typeface="DejaVu Sans"/>
              </a:rPr>
              <a:t>https </a:t>
            </a:r>
            <a:endParaRPr b="0" lang="es-ES" sz="2000" spc="-1" strike="noStrike">
              <a:solidFill>
                <a:srgbClr val="000000"/>
              </a:solidFill>
              <a:latin typeface="Arial"/>
            </a:endParaRPr>
          </a:p>
        </p:txBody>
      </p:sp>
      <p:sp>
        <p:nvSpPr>
          <p:cNvPr id="306" name="CuadroTexto 44"/>
          <p:cNvSpPr/>
          <p:nvPr/>
        </p:nvSpPr>
        <p:spPr>
          <a:xfrm>
            <a:off x="8516160" y="3636000"/>
            <a:ext cx="610920" cy="3945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s-ES" sz="2000" spc="-1" strike="noStrike">
                <a:solidFill>
                  <a:schemeClr val="dk1"/>
                </a:solidFill>
                <a:latin typeface="Calibri"/>
                <a:ea typeface="DejaVu Sans"/>
              </a:rPr>
              <a:t>usb </a:t>
            </a:r>
            <a:endParaRPr b="0" lang="es-ES" sz="2000" spc="-1" strike="noStrike">
              <a:solidFill>
                <a:srgbClr val="000000"/>
              </a:solidFill>
              <a:latin typeface="Arial"/>
            </a:endParaRPr>
          </a:p>
        </p:txBody>
      </p:sp>
      <p:sp>
        <p:nvSpPr>
          <p:cNvPr id="307" name="CuadroTexto 45"/>
          <p:cNvSpPr/>
          <p:nvPr/>
        </p:nvSpPr>
        <p:spPr>
          <a:xfrm>
            <a:off x="6095160" y="5148000"/>
            <a:ext cx="629280" cy="3945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s-ES" sz="2000" spc="-1" strike="noStrike">
                <a:solidFill>
                  <a:schemeClr val="dk1"/>
                </a:solidFill>
                <a:latin typeface="Calibri"/>
                <a:ea typeface="DejaVu Sans"/>
              </a:rPr>
              <a:t>wifi </a:t>
            </a:r>
            <a:endParaRPr b="0" lang="es-E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Rectángulo 23"/>
          <p:cNvSpPr/>
          <p:nvPr/>
        </p:nvSpPr>
        <p:spPr>
          <a:xfrm>
            <a:off x="0" y="0"/>
            <a:ext cx="12185280" cy="660960"/>
          </a:xfrm>
          <a:prstGeom prst="rect">
            <a:avLst/>
          </a:prstGeom>
          <a:solidFill>
            <a:srgbClr val="c00000"/>
          </a:solidFill>
          <a:ln w="0">
            <a:noFill/>
          </a:ln>
        </p:spPr>
        <p:style>
          <a:lnRef idx="0"/>
          <a:fillRef idx="0"/>
          <a:effectRef idx="0"/>
          <a:fontRef idx="minor"/>
        </p:style>
        <p:txBody>
          <a:bodyPr lIns="90000" rIns="90000" tIns="45000" bIns="45000" anchor="t">
            <a:spAutoFit/>
          </a:bodyPr>
          <a:p>
            <a:pPr algn="ctr" defTabSz="914400">
              <a:lnSpc>
                <a:spcPct val="150000"/>
              </a:lnSpc>
              <a:spcAft>
                <a:spcPts val="601"/>
              </a:spcAft>
            </a:pPr>
            <a:r>
              <a:rPr b="0" lang="es-ES" sz="2500" spc="-1" strike="noStrike">
                <a:solidFill>
                  <a:schemeClr val="lt1"/>
                </a:solidFill>
                <a:latin typeface="Arial"/>
                <a:ea typeface="MS Gothic"/>
              </a:rPr>
              <a:t>ANÁLISIS DE LOS RESULTADOS DE LAS PRUEBAS</a:t>
            </a:r>
            <a:endParaRPr b="0" lang="es-ES" sz="2500" spc="-1" strike="noStrike">
              <a:solidFill>
                <a:srgbClr val="ffffff"/>
              </a:solidFill>
              <a:latin typeface="Arial"/>
            </a:endParaRPr>
          </a:p>
        </p:txBody>
      </p:sp>
      <p:graphicFrame>
        <p:nvGraphicFramePr>
          <p:cNvPr id="309" name=""/>
          <p:cNvGraphicFramePr/>
          <p:nvPr/>
        </p:nvGraphicFramePr>
        <p:xfrm>
          <a:off x="1904760" y="1286280"/>
          <a:ext cx="9038880" cy="5082840"/>
        </p:xfrm>
        <a:graphic>
          <a:graphicData uri="http://schemas.openxmlformats.org/drawingml/2006/chart">
            <c:chart xmlns:c="http://schemas.openxmlformats.org/drawingml/2006/chart" xmlns:r="http://schemas.openxmlformats.org/officeDocument/2006/relationships" r:id="rId1"/>
          </a:graphicData>
        </a:graphic>
      </p:graphicFrame>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Rectángulo 22"/>
          <p:cNvSpPr/>
          <p:nvPr/>
        </p:nvSpPr>
        <p:spPr>
          <a:xfrm>
            <a:off x="0" y="0"/>
            <a:ext cx="12183840" cy="660960"/>
          </a:xfrm>
          <a:prstGeom prst="rect">
            <a:avLst/>
          </a:prstGeom>
          <a:solidFill>
            <a:srgbClr val="c00000"/>
          </a:solidFill>
          <a:ln w="0">
            <a:noFill/>
          </a:ln>
        </p:spPr>
        <p:style>
          <a:lnRef idx="0"/>
          <a:fillRef idx="0"/>
          <a:effectRef idx="0"/>
          <a:fontRef idx="minor"/>
        </p:style>
        <p:txBody>
          <a:bodyPr lIns="90000" rIns="90000" tIns="45000" bIns="45000" anchor="t">
            <a:spAutoFit/>
          </a:bodyPr>
          <a:p>
            <a:pPr algn="ctr" defTabSz="914400">
              <a:lnSpc>
                <a:spcPct val="150000"/>
              </a:lnSpc>
              <a:spcAft>
                <a:spcPts val="601"/>
              </a:spcAft>
            </a:pPr>
            <a:r>
              <a:rPr b="0" lang="es-ES" sz="2500" spc="-1" strike="noStrike">
                <a:solidFill>
                  <a:schemeClr val="lt1"/>
                </a:solidFill>
                <a:latin typeface="Arial"/>
                <a:ea typeface="MS Gothic"/>
              </a:rPr>
              <a:t>CONCLUSIONES</a:t>
            </a:r>
            <a:endParaRPr b="0" lang="es-ES" sz="2500" spc="-1" strike="noStrike">
              <a:solidFill>
                <a:srgbClr val="ffffff"/>
              </a:solidFill>
              <a:latin typeface="Arial"/>
            </a:endParaRPr>
          </a:p>
        </p:txBody>
      </p:sp>
      <p:sp>
        <p:nvSpPr>
          <p:cNvPr id="311" name="CuadroTexto 40"/>
          <p:cNvSpPr/>
          <p:nvPr/>
        </p:nvSpPr>
        <p:spPr>
          <a:xfrm>
            <a:off x="648000" y="1062000"/>
            <a:ext cx="10721520" cy="5027400"/>
          </a:xfrm>
          <a:prstGeom prst="rect">
            <a:avLst/>
          </a:prstGeom>
          <a:noFill/>
          <a:ln w="0">
            <a:noFill/>
          </a:ln>
        </p:spPr>
        <p:style>
          <a:lnRef idx="0"/>
          <a:fillRef idx="0"/>
          <a:effectRef idx="0"/>
          <a:fontRef idx="minor"/>
        </p:style>
        <p:txBody>
          <a:bodyPr lIns="90000" rIns="90000" tIns="45000" bIns="45000" anchor="t">
            <a:spAutoFit/>
          </a:bodyPr>
          <a:p>
            <a:pPr marL="216000" indent="-216000" algn="just">
              <a:lnSpc>
                <a:spcPct val="150000"/>
              </a:lnSpc>
              <a:buClr>
                <a:srgbClr val="000000"/>
              </a:buClr>
              <a:buFont typeface="OpenSymbol"/>
              <a:buAutoNum type="arabicPeriod"/>
            </a:pPr>
            <a:r>
              <a:rPr b="0" lang="es-ES" sz="2400" spc="-1" strike="noStrike">
                <a:solidFill>
                  <a:schemeClr val="dk1"/>
                </a:solidFill>
                <a:latin typeface="Arial"/>
                <a:ea typeface="Noto Sans CJK SC"/>
              </a:rPr>
              <a:t> </a:t>
            </a:r>
            <a:r>
              <a:rPr b="0" lang="es-ES" sz="2400" spc="-1" strike="noStrike">
                <a:solidFill>
                  <a:schemeClr val="dk1"/>
                </a:solidFill>
                <a:latin typeface="Arial"/>
                <a:ea typeface="Noto Sans CJK SC"/>
              </a:rPr>
              <a:t>El estudio realizado al proceso de </a:t>
            </a:r>
            <a:r>
              <a:rPr b="0" lang="es-ES" sz="2400" spc="-1" strike="noStrike">
                <a:solidFill>
                  <a:srgbClr val="111111"/>
                </a:solidFill>
                <a:latin typeface="Arial"/>
                <a:ea typeface="Roboto"/>
              </a:rPr>
              <a:t>gestión de menú en los comedores de la Universidad de Las Tunas </a:t>
            </a:r>
            <a:r>
              <a:rPr b="0" lang="es-ES" sz="2400" spc="-1" strike="noStrike">
                <a:solidFill>
                  <a:schemeClr val="dk1"/>
                </a:solidFill>
                <a:latin typeface="Arial"/>
                <a:ea typeface="Noto Sans CJK SC"/>
              </a:rPr>
              <a:t>permitió identificar dificultades en la gestión </a:t>
            </a:r>
            <a:r>
              <a:rPr b="0" lang="es-ES" sz="2400" spc="-1" strike="noStrike">
                <a:solidFill>
                  <a:srgbClr val="111111"/>
                </a:solidFill>
                <a:latin typeface="Arial"/>
                <a:ea typeface="Roboto"/>
              </a:rPr>
              <a:t>de menú que limitan la calidad de los servicios en los comedores de la Universidad de Las Tunas. </a:t>
            </a:r>
            <a:endParaRPr b="0" lang="es-ES" sz="2400" spc="-1" strike="noStrike">
              <a:solidFill>
                <a:srgbClr val="000000"/>
              </a:solidFill>
              <a:latin typeface="Arial"/>
            </a:endParaRPr>
          </a:p>
          <a:p>
            <a:pPr algn="just">
              <a:lnSpc>
                <a:spcPct val="150000"/>
              </a:lnSpc>
            </a:pPr>
            <a:endParaRPr b="0" lang="es-ES" sz="2400" spc="-1" strike="noStrike">
              <a:solidFill>
                <a:srgbClr val="000000"/>
              </a:solidFill>
              <a:latin typeface="Arial"/>
            </a:endParaRPr>
          </a:p>
          <a:p>
            <a:pPr marL="216000" indent="-216000" algn="just">
              <a:lnSpc>
                <a:spcPct val="150000"/>
              </a:lnSpc>
              <a:buClr>
                <a:srgbClr val="000000"/>
              </a:buClr>
              <a:buFont typeface="OpenSymbol"/>
              <a:buAutoNum type="arabicPeriod"/>
              <a:tabLst>
                <a:tab algn="l" pos="217800"/>
                <a:tab algn="l" pos="337320"/>
                <a:tab algn="l" pos="506160"/>
                <a:tab algn="l" pos="522720"/>
                <a:tab algn="l" pos="680040"/>
              </a:tabLst>
            </a:pPr>
            <a:r>
              <a:rPr b="0" lang="es-ES" sz="2400" spc="-1" strike="noStrike">
                <a:solidFill>
                  <a:schemeClr val="dk1"/>
                </a:solidFill>
                <a:latin typeface="Arial"/>
                <a:ea typeface="Noto Sans CJK SC"/>
              </a:rPr>
              <a:t> </a:t>
            </a:r>
            <a:r>
              <a:rPr b="0" lang="es-ES" sz="2400" spc="-1" strike="noStrike">
                <a:solidFill>
                  <a:schemeClr val="dk1"/>
                </a:solidFill>
                <a:latin typeface="Arial"/>
                <a:ea typeface="Noto Sans CJK SC"/>
              </a:rPr>
              <a:t>Al analizar sistemas similares creados para la gestión de menú tanto a nivel foráneo como nacional se pudo comprobar que estos no cumplen los requisitos necesarios para introducir su uso en los comedores de la Universidad de Las Tunas.</a:t>
            </a:r>
            <a:endParaRPr b="0" lang="es-E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Rectángulo 24"/>
          <p:cNvSpPr/>
          <p:nvPr/>
        </p:nvSpPr>
        <p:spPr>
          <a:xfrm>
            <a:off x="0" y="0"/>
            <a:ext cx="12183840" cy="660960"/>
          </a:xfrm>
          <a:prstGeom prst="rect">
            <a:avLst/>
          </a:prstGeom>
          <a:solidFill>
            <a:srgbClr val="c00000"/>
          </a:solidFill>
          <a:ln w="0">
            <a:noFill/>
          </a:ln>
        </p:spPr>
        <p:style>
          <a:lnRef idx="0"/>
          <a:fillRef idx="0"/>
          <a:effectRef idx="0"/>
          <a:fontRef idx="minor"/>
        </p:style>
        <p:txBody>
          <a:bodyPr lIns="90000" rIns="90000" tIns="45000" bIns="45000" anchor="t">
            <a:spAutoFit/>
          </a:bodyPr>
          <a:p>
            <a:pPr algn="ctr" defTabSz="914400">
              <a:lnSpc>
                <a:spcPct val="150000"/>
              </a:lnSpc>
              <a:spcAft>
                <a:spcPts val="601"/>
              </a:spcAft>
            </a:pPr>
            <a:r>
              <a:rPr b="0" lang="es-ES" sz="2500" spc="-1" strike="noStrike">
                <a:solidFill>
                  <a:schemeClr val="lt1"/>
                </a:solidFill>
                <a:latin typeface="Arial"/>
                <a:ea typeface="MS Gothic"/>
              </a:rPr>
              <a:t>CONCLUSIONES</a:t>
            </a:r>
            <a:endParaRPr b="0" lang="es-ES" sz="2500" spc="-1" strike="noStrike">
              <a:solidFill>
                <a:srgbClr val="ffffff"/>
              </a:solidFill>
              <a:latin typeface="Arial"/>
            </a:endParaRPr>
          </a:p>
        </p:txBody>
      </p:sp>
      <p:sp>
        <p:nvSpPr>
          <p:cNvPr id="313" name="CuadroTexto 41"/>
          <p:cNvSpPr/>
          <p:nvPr/>
        </p:nvSpPr>
        <p:spPr>
          <a:xfrm>
            <a:off x="576000" y="1098000"/>
            <a:ext cx="10903680" cy="4981320"/>
          </a:xfrm>
          <a:prstGeom prst="rect">
            <a:avLst/>
          </a:prstGeom>
          <a:noFill/>
          <a:ln w="0">
            <a:noFill/>
          </a:ln>
        </p:spPr>
        <p:style>
          <a:lnRef idx="0"/>
          <a:fillRef idx="0"/>
          <a:effectRef idx="0"/>
          <a:fontRef idx="minor"/>
        </p:style>
        <p:txBody>
          <a:bodyPr lIns="90000" rIns="90000" tIns="45000" bIns="45000" anchor="t">
            <a:spAutoFit/>
          </a:bodyPr>
          <a:p>
            <a:pPr marL="216000" indent="-216000" algn="just">
              <a:lnSpc>
                <a:spcPct val="150000"/>
              </a:lnSpc>
              <a:buClr>
                <a:srgbClr val="000000"/>
              </a:buClr>
              <a:buFont typeface="OpenSymbol"/>
              <a:buAutoNum type="arabicPeriod" startAt="3"/>
            </a:pPr>
            <a:r>
              <a:rPr b="0" lang="es-ES" sz="2400" spc="-1" strike="noStrike">
                <a:solidFill>
                  <a:schemeClr val="dk1"/>
                </a:solidFill>
                <a:latin typeface="Arial"/>
                <a:ea typeface="Noto Sans CJK SC"/>
              </a:rPr>
              <a:t>El análisis realizado de las metodologías, lenguajes y herramientas existentes, permitió seleccionar como metodologías de desarrollo Scrum, los frameworks Spring Boot 3 y Flutter, Java y Dart como lenguajes de programación y Postgresql como gestor de base de datos, los que permitieron implementar el sistema informático.</a:t>
            </a:r>
            <a:r>
              <a:rPr b="0" lang="es-ES" sz="2200" spc="-1" strike="noStrike">
                <a:solidFill>
                  <a:schemeClr val="dk1"/>
                </a:solidFill>
                <a:latin typeface="Arial"/>
                <a:ea typeface="Noto Sans CJK SC"/>
              </a:rPr>
              <a:t> </a:t>
            </a:r>
            <a:endParaRPr b="0" lang="es-ES" sz="2200" spc="-1" strike="noStrike">
              <a:solidFill>
                <a:srgbClr val="000000"/>
              </a:solidFill>
              <a:latin typeface="Arial"/>
            </a:endParaRPr>
          </a:p>
          <a:p>
            <a:pPr algn="just">
              <a:lnSpc>
                <a:spcPct val="150000"/>
              </a:lnSpc>
            </a:pPr>
            <a:endParaRPr b="0" lang="es-ES" sz="2200" spc="-1" strike="noStrike">
              <a:solidFill>
                <a:srgbClr val="000000"/>
              </a:solidFill>
              <a:latin typeface="Arial"/>
            </a:endParaRPr>
          </a:p>
          <a:p>
            <a:pPr marL="216000" indent="-216000" algn="just">
              <a:lnSpc>
                <a:spcPct val="150000"/>
              </a:lnSpc>
              <a:buClr>
                <a:srgbClr val="000000"/>
              </a:buClr>
              <a:buFont typeface="OpenSymbol"/>
              <a:buAutoNum type="arabicPeriod"/>
            </a:pPr>
            <a:r>
              <a:rPr b="0" lang="es-ES" sz="2400" spc="-1" strike="noStrike">
                <a:solidFill>
                  <a:schemeClr val="dk1"/>
                </a:solidFill>
                <a:latin typeface="Arial"/>
                <a:ea typeface="Noto Sans CJK SC"/>
              </a:rPr>
              <a:t> </a:t>
            </a:r>
            <a:r>
              <a:rPr b="0" lang="es-ES" sz="2400" spc="-1" strike="noStrike">
                <a:solidFill>
                  <a:schemeClr val="dk1"/>
                </a:solidFill>
                <a:latin typeface="Arial"/>
                <a:ea typeface="Noto Sans CJK SC"/>
              </a:rPr>
              <a:t>Se realizó el diseño e implementación del sistema informático, utilizando los diferentes patrones y estándares de codificación, que permitieron gestionar de forma eficiente la gestión de menú en la Universidad de Las Tunas.</a:t>
            </a:r>
            <a:endParaRPr b="0" lang="es-E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Rectángulo 28"/>
          <p:cNvSpPr/>
          <p:nvPr/>
        </p:nvSpPr>
        <p:spPr>
          <a:xfrm>
            <a:off x="0" y="0"/>
            <a:ext cx="12185280" cy="660960"/>
          </a:xfrm>
          <a:prstGeom prst="rect">
            <a:avLst/>
          </a:prstGeom>
          <a:solidFill>
            <a:srgbClr val="c00000"/>
          </a:solidFill>
          <a:ln w="0">
            <a:noFill/>
          </a:ln>
        </p:spPr>
        <p:style>
          <a:lnRef idx="0"/>
          <a:fillRef idx="0"/>
          <a:effectRef idx="0"/>
          <a:fontRef idx="minor"/>
        </p:style>
        <p:txBody>
          <a:bodyPr lIns="90000" rIns="90000" tIns="45000" bIns="45000" anchor="t">
            <a:spAutoFit/>
          </a:bodyPr>
          <a:p>
            <a:pPr algn="ctr" defTabSz="914400">
              <a:lnSpc>
                <a:spcPct val="150000"/>
              </a:lnSpc>
              <a:spcAft>
                <a:spcPts val="601"/>
              </a:spcAft>
            </a:pPr>
            <a:r>
              <a:rPr b="0" lang="es-ES" sz="2500" spc="-1" strike="noStrike">
                <a:solidFill>
                  <a:schemeClr val="lt1"/>
                </a:solidFill>
                <a:latin typeface="Arial"/>
                <a:ea typeface="MS Gothic"/>
              </a:rPr>
              <a:t>CONCLUSIONES</a:t>
            </a:r>
            <a:endParaRPr b="0" lang="es-ES" sz="2500" spc="-1" strike="noStrike">
              <a:solidFill>
                <a:srgbClr val="ffffff"/>
              </a:solidFill>
              <a:latin typeface="Arial"/>
            </a:endParaRPr>
          </a:p>
        </p:txBody>
      </p:sp>
      <p:sp>
        <p:nvSpPr>
          <p:cNvPr id="315" name="CuadroTexto 46"/>
          <p:cNvSpPr/>
          <p:nvPr/>
        </p:nvSpPr>
        <p:spPr>
          <a:xfrm>
            <a:off x="648000" y="1170000"/>
            <a:ext cx="10722960" cy="1735560"/>
          </a:xfrm>
          <a:prstGeom prst="rect">
            <a:avLst/>
          </a:prstGeom>
          <a:noFill/>
          <a:ln w="0">
            <a:noFill/>
          </a:ln>
        </p:spPr>
        <p:style>
          <a:lnRef idx="0"/>
          <a:fillRef idx="0"/>
          <a:effectRef idx="0"/>
          <a:fontRef idx="minor"/>
        </p:style>
        <p:txBody>
          <a:bodyPr lIns="90000" rIns="90000" tIns="45000" bIns="45000" anchor="t">
            <a:spAutoFit/>
          </a:bodyPr>
          <a:p>
            <a:pPr marL="216000" indent="-216000" algn="just">
              <a:lnSpc>
                <a:spcPct val="150000"/>
              </a:lnSpc>
              <a:buClr>
                <a:srgbClr val="000000"/>
              </a:buClr>
              <a:buFont typeface="OpenSymbol"/>
              <a:buAutoNum type="arabicPeriod" startAt="5"/>
            </a:pPr>
            <a:r>
              <a:rPr b="0" lang="es-ES" sz="2400" spc="-1" strike="noStrike">
                <a:solidFill>
                  <a:schemeClr val="dk1"/>
                </a:solidFill>
                <a:latin typeface="Arial"/>
                <a:ea typeface="Noto Sans CJK SC"/>
              </a:rPr>
              <a:t> </a:t>
            </a:r>
            <a:r>
              <a:rPr b="0" lang="es-ES" sz="2400" spc="-1" strike="noStrike">
                <a:solidFill>
                  <a:schemeClr val="dk1"/>
                </a:solidFill>
                <a:latin typeface="Arial"/>
                <a:ea typeface="Noto Sans CJK SC"/>
              </a:rPr>
              <a:t>Al realizar las pruebas a las funcionalidades del sistema, se pudo constatar el alto grado de coincidencia entre las expectativas del cliente y la funcionalidad del software.</a:t>
            </a:r>
            <a:endParaRPr b="0" lang="es-E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Rectángulo 5"/>
          <p:cNvSpPr/>
          <p:nvPr/>
        </p:nvSpPr>
        <p:spPr>
          <a:xfrm>
            <a:off x="0" y="3240"/>
            <a:ext cx="12183840" cy="591840"/>
          </a:xfrm>
          <a:prstGeom prst="rect">
            <a:avLst/>
          </a:prstGeom>
          <a:solidFill>
            <a:srgbClr val="c00000"/>
          </a:solidFill>
          <a:ln w="0">
            <a:noFill/>
          </a:ln>
        </p:spPr>
        <p:style>
          <a:lnRef idx="0"/>
          <a:fillRef idx="0"/>
          <a:effectRef idx="0"/>
          <a:fontRef idx="minor"/>
        </p:style>
        <p:txBody>
          <a:bodyPr lIns="90000" rIns="90000" tIns="45000" bIns="45000" anchor="t">
            <a:spAutoFit/>
          </a:bodyPr>
          <a:p>
            <a:pPr>
              <a:lnSpc>
                <a:spcPct val="100000"/>
              </a:lnSpc>
            </a:pPr>
            <a:endParaRPr b="0" lang="en-US" sz="2500" spc="-1" strike="noStrike">
              <a:solidFill>
                <a:schemeClr val="lt1"/>
              </a:solidFill>
              <a:latin typeface="Times New Roman"/>
              <a:ea typeface="MS Gothic"/>
            </a:endParaRPr>
          </a:p>
        </p:txBody>
      </p:sp>
      <p:sp>
        <p:nvSpPr>
          <p:cNvPr id="317" name="Rectángulo 6"/>
          <p:cNvSpPr/>
          <p:nvPr/>
        </p:nvSpPr>
        <p:spPr>
          <a:xfrm>
            <a:off x="1523880" y="4639680"/>
            <a:ext cx="9135720" cy="6382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s-ES" sz="1800" spc="-1" strike="noStrike">
                <a:solidFill>
                  <a:srgbClr val="c00000"/>
                </a:solidFill>
                <a:latin typeface="Arial"/>
                <a:ea typeface="MS Gothic"/>
              </a:rPr>
              <a:t>Autora:</a:t>
            </a:r>
            <a:endParaRPr b="0" lang="es-ES" sz="1800" spc="-1" strike="noStrike">
              <a:solidFill>
                <a:srgbClr val="000000"/>
              </a:solidFill>
              <a:latin typeface="Arial"/>
            </a:endParaRPr>
          </a:p>
          <a:p>
            <a:pPr algn="ctr" defTabSz="914400">
              <a:lnSpc>
                <a:spcPct val="100000"/>
              </a:lnSpc>
            </a:pPr>
            <a:r>
              <a:rPr b="0" lang="es-ES" sz="1800" spc="-1" strike="noStrike">
                <a:solidFill>
                  <a:srgbClr val="000000"/>
                </a:solidFill>
                <a:latin typeface="Arial"/>
                <a:ea typeface="MS Gothic"/>
              </a:rPr>
              <a:t>Yamilet Yero Hechavarría</a:t>
            </a:r>
            <a:endParaRPr b="0" lang="es-ES" sz="1800" spc="-1" strike="noStrike">
              <a:solidFill>
                <a:srgbClr val="000000"/>
              </a:solidFill>
              <a:latin typeface="Arial"/>
            </a:endParaRPr>
          </a:p>
        </p:txBody>
      </p:sp>
      <p:sp>
        <p:nvSpPr>
          <p:cNvPr id="318" name="Rectángulo 8"/>
          <p:cNvSpPr/>
          <p:nvPr/>
        </p:nvSpPr>
        <p:spPr>
          <a:xfrm>
            <a:off x="1523880" y="5522040"/>
            <a:ext cx="9135720" cy="6382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s-ES" sz="1800" spc="-1" strike="noStrike">
                <a:solidFill>
                  <a:srgbClr val="c00000"/>
                </a:solidFill>
                <a:latin typeface="Arial"/>
                <a:ea typeface="MS Gothic"/>
              </a:rPr>
              <a:t>Tutora:</a:t>
            </a:r>
            <a:endParaRPr b="0" lang="es-ES" sz="1800" spc="-1" strike="noStrike">
              <a:solidFill>
                <a:srgbClr val="000000"/>
              </a:solidFill>
              <a:latin typeface="Arial"/>
            </a:endParaRPr>
          </a:p>
          <a:p>
            <a:pPr algn="ctr" defTabSz="914400">
              <a:lnSpc>
                <a:spcPct val="100000"/>
              </a:lnSpc>
            </a:pPr>
            <a:r>
              <a:rPr b="0" lang="es-ES" sz="1800" spc="-1" strike="noStrike">
                <a:solidFill>
                  <a:srgbClr val="000000"/>
                </a:solidFill>
                <a:latin typeface="Arial"/>
                <a:ea typeface="MS Gothic"/>
              </a:rPr>
              <a:t>Ing. Annalie González Rodríguez</a:t>
            </a:r>
            <a:endParaRPr b="0" lang="es-ES" sz="1800" spc="-1" strike="noStrike">
              <a:solidFill>
                <a:srgbClr val="000000"/>
              </a:solidFill>
              <a:latin typeface="Arial"/>
            </a:endParaRPr>
          </a:p>
        </p:txBody>
      </p:sp>
      <p:sp>
        <p:nvSpPr>
          <p:cNvPr id="319" name="CuadroTexto 3"/>
          <p:cNvSpPr/>
          <p:nvPr/>
        </p:nvSpPr>
        <p:spPr>
          <a:xfrm>
            <a:off x="1703520" y="3266640"/>
            <a:ext cx="8776800" cy="3639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s-ES" sz="1800" spc="-1" strike="noStrike">
                <a:solidFill>
                  <a:srgbClr val="000000"/>
                </a:solidFill>
                <a:latin typeface="Arial"/>
                <a:ea typeface="DejaVu Sans"/>
              </a:rPr>
              <a:t>Trabajo de diploma en opción al título de Ingeniero Informático.</a:t>
            </a:r>
            <a:endParaRPr b="0" lang="es-ES" sz="1800" spc="-1" strike="noStrike">
              <a:solidFill>
                <a:srgbClr val="000000"/>
              </a:solidFill>
              <a:latin typeface="Arial"/>
            </a:endParaRPr>
          </a:p>
        </p:txBody>
      </p:sp>
      <p:sp>
        <p:nvSpPr>
          <p:cNvPr id="320" name="Rectángulo 9"/>
          <p:cNvSpPr/>
          <p:nvPr/>
        </p:nvSpPr>
        <p:spPr>
          <a:xfrm>
            <a:off x="3048120" y="880560"/>
            <a:ext cx="6087600" cy="6382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800" spc="-1" strike="noStrike">
                <a:solidFill>
                  <a:srgbClr val="000000"/>
                </a:solidFill>
                <a:latin typeface="Arial"/>
                <a:ea typeface="DejaVu Sans"/>
              </a:rPr>
              <a:t>Universidad</a:t>
            </a:r>
            <a:r>
              <a:rPr b="1" lang="en-US" sz="1800" spc="-1" strike="noStrike">
                <a:solidFill>
                  <a:srgbClr val="36363d"/>
                </a:solidFill>
                <a:latin typeface="Calibri"/>
                <a:ea typeface="DejaVu Sans"/>
              </a:rPr>
              <a:t> </a:t>
            </a:r>
            <a:r>
              <a:rPr b="1" lang="en-US" sz="1800" spc="-1" strike="noStrike">
                <a:solidFill>
                  <a:srgbClr val="000000"/>
                </a:solidFill>
                <a:latin typeface="Arial"/>
                <a:ea typeface="DejaVu Sans"/>
              </a:rPr>
              <a:t>de Las Tunas </a:t>
            </a:r>
            <a:br>
              <a:rPr sz="1800"/>
            </a:br>
            <a:r>
              <a:rPr b="1" lang="en-US" sz="1800" spc="-1" strike="noStrike">
                <a:solidFill>
                  <a:srgbClr val="000000"/>
                </a:solidFill>
                <a:latin typeface="Arial"/>
                <a:ea typeface="DejaVu Sans"/>
              </a:rPr>
              <a:t>Facultad de Ciencias Técnicas y Agropecuarias</a:t>
            </a:r>
            <a:endParaRPr b="0" lang="es-ES" sz="1800" spc="-1" strike="noStrike">
              <a:solidFill>
                <a:srgbClr val="000000"/>
              </a:solidFill>
              <a:latin typeface="Arial"/>
            </a:endParaRPr>
          </a:p>
        </p:txBody>
      </p:sp>
      <p:sp>
        <p:nvSpPr>
          <p:cNvPr id="321" name="Rectángulo 11"/>
          <p:cNvSpPr/>
          <p:nvPr/>
        </p:nvSpPr>
        <p:spPr>
          <a:xfrm>
            <a:off x="1185840" y="2462040"/>
            <a:ext cx="9811800" cy="3945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es-ES" sz="2000" spc="-1" strike="noStrike">
                <a:solidFill>
                  <a:srgbClr val="000000"/>
                </a:solidFill>
                <a:latin typeface="Arial"/>
                <a:ea typeface="MS Gothic"/>
              </a:rPr>
              <a:t>Sistema</a:t>
            </a:r>
            <a:r>
              <a:rPr b="1" lang="es-ES" sz="2000" spc="-1" strike="noStrike">
                <a:solidFill>
                  <a:srgbClr val="111111"/>
                </a:solidFill>
                <a:latin typeface="Arial"/>
                <a:ea typeface="Roboto"/>
              </a:rPr>
              <a:t> de gestión de menú en los comedores de la Universidad de Las Tunas</a:t>
            </a:r>
            <a:endParaRPr b="0" lang="es-E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3.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3235</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2024-05-06T03:06:42Z</dcterms:created>
  <dc:creator>BETSY</dc:creator>
  <dc:description/>
  <dc:language>es-ES</dc:language>
  <cp:lastModifiedBy/>
  <dcterms:modified xsi:type="dcterms:W3CDTF">2025-06-02T17:11:50Z</dcterms:modified>
  <cp:revision>252</cp:revision>
  <dc:subject/>
  <dc:title>Presentación de PowerPoint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1033-11.1.0.11719</vt:lpwstr>
  </property>
  <property fmtid="{D5CDD505-2E9C-101B-9397-08002B2CF9AE}" pid="4" name="Notes">
    <vt:r8>27</vt:r8>
  </property>
  <property fmtid="{D5CDD505-2E9C-101B-9397-08002B2CF9AE}" pid="5" name="PresentationFormat">
    <vt:lpwstr>Panorámica</vt:lpwstr>
  </property>
  <property fmtid="{D5CDD505-2E9C-101B-9397-08002B2CF9AE}" pid="6" name="Slides">
    <vt:r8>29</vt:r8>
  </property>
</Properties>
</file>